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0" r:id="rId1"/>
  </p:sldMasterIdLst>
  <p:notesMasterIdLst>
    <p:notesMasterId r:id="rId12"/>
  </p:notesMasterIdLst>
  <p:sldIdLst>
    <p:sldId id="347" r:id="rId2"/>
    <p:sldId id="350" r:id="rId3"/>
    <p:sldId id="259" r:id="rId4"/>
    <p:sldId id="257" r:id="rId5"/>
    <p:sldId id="348" r:id="rId6"/>
    <p:sldId id="260" r:id="rId7"/>
    <p:sldId id="349" r:id="rId8"/>
    <p:sldId id="261" r:id="rId9"/>
    <p:sldId id="258" r:id="rId10"/>
    <p:sldId id="346"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583"/>
    <p:restoredTop sz="94646"/>
  </p:normalViewPr>
  <p:slideViewPr>
    <p:cSldViewPr snapToGrid="0" snapToObjects="1">
      <p:cViewPr varScale="1">
        <p:scale>
          <a:sx n="110" d="100"/>
          <a:sy n="110" d="100"/>
        </p:scale>
        <p:origin x="1320" y="168"/>
      </p:cViewPr>
      <p:guideLst/>
    </p:cSldViewPr>
  </p:slid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022054-F6B9-B04E-9F80-BE6C2BED9348}" type="datetimeFigureOut">
              <a:rPr lang="en-US" smtClean="0"/>
              <a:t>8/26/25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055542-5B12-4B47-9288-A13A79668078}" type="slidenum">
              <a:rPr lang="en-US" smtClean="0"/>
              <a:t>‹#›</a:t>
            </a:fld>
            <a:endParaRPr lang="en-US"/>
          </a:p>
        </p:txBody>
      </p:sp>
    </p:spTree>
    <p:extLst>
      <p:ext uri="{BB962C8B-B14F-4D97-AF65-F5344CB8AC3E}">
        <p14:creationId xmlns:p14="http://schemas.microsoft.com/office/powerpoint/2010/main" val="1817118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7"/>
        <p:cNvGrpSpPr/>
        <p:nvPr/>
      </p:nvGrpSpPr>
      <p:grpSpPr>
        <a:xfrm>
          <a:off x="0" y="0"/>
          <a:ext cx="0" cy="0"/>
          <a:chOff x="0" y="0"/>
          <a:chExt cx="0" cy="0"/>
        </a:xfrm>
      </p:grpSpPr>
      <p:sp>
        <p:nvSpPr>
          <p:cNvPr id="2028" name="Google Shape;202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9" name="Google Shape;2029;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6920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8.gi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bg>
      <p:bgPr>
        <a:solidFill>
          <a:srgbClr val="009999"/>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27584" y="3501008"/>
            <a:ext cx="6461760" cy="1066800"/>
          </a:xfrm>
        </p:spPr>
        <p:txBody>
          <a:bodyPr anchor="t">
            <a:normAutofit/>
          </a:bodyPr>
          <a:lstStyle>
            <a:lvl1pPr marL="0" indent="0" algn="l">
              <a:buNone/>
              <a:defRPr sz="2000">
                <a:solidFill>
                  <a:srgbClr val="FEF8F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Slide Number Placeholder 5"/>
          <p:cNvSpPr>
            <a:spLocks noGrp="1"/>
          </p:cNvSpPr>
          <p:nvPr>
            <p:ph type="sldNum" sz="quarter" idx="12"/>
          </p:nvPr>
        </p:nvSpPr>
        <p:spPr>
          <a:ln>
            <a:noFill/>
          </a:ln>
        </p:spPr>
        <p:txBody>
          <a:bodyPr/>
          <a:lstStyle/>
          <a:p>
            <a:fld id="{0798D939-2D9E-2142-A80A-FFDECD1E5A9B}" type="slidenum">
              <a:rPr lang="en-US" smtClean="0"/>
              <a:t>‹#›</a:t>
            </a:fld>
            <a:endParaRPr lang="en-US"/>
          </a:p>
        </p:txBody>
      </p:sp>
      <p:sp>
        <p:nvSpPr>
          <p:cNvPr id="8" name="Footer Placeholder 4"/>
          <p:cNvSpPr>
            <a:spLocks noGrp="1"/>
          </p:cNvSpPr>
          <p:nvPr>
            <p:ph type="ftr" sz="quarter" idx="3"/>
          </p:nvPr>
        </p:nvSpPr>
        <p:spPr>
          <a:xfrm>
            <a:off x="649288" y="6453336"/>
            <a:ext cx="4786808" cy="374587"/>
          </a:xfrm>
          <a:prstGeom prst="rect">
            <a:avLst/>
          </a:prstGeom>
          <a:noFill/>
        </p:spPr>
        <p:txBody>
          <a:bodyPr vert="horz" lIns="91440" tIns="45720" rIns="91440" bIns="45720" rtlCol="0" anchor="ctr"/>
          <a:lstStyle>
            <a:lvl1pPr algn="l">
              <a:defRPr sz="1200">
                <a:solidFill>
                  <a:schemeClr val="bg1"/>
                </a:solidFill>
              </a:defRPr>
            </a:lvl1pPr>
          </a:lstStyle>
          <a:p>
            <a:endParaRPr lang="en-US"/>
          </a:p>
        </p:txBody>
      </p:sp>
      <p:sp>
        <p:nvSpPr>
          <p:cNvPr id="11" name="Rectangle 10"/>
          <p:cNvSpPr/>
          <p:nvPr/>
        </p:nvSpPr>
        <p:spPr>
          <a:xfrm>
            <a:off x="1815852" y="764704"/>
            <a:ext cx="7308304" cy="2376264"/>
          </a:xfrm>
          <a:prstGeom prst="rect">
            <a:avLst/>
          </a:prstGeom>
          <a:solidFill>
            <a:srgbClr val="FEF8F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4D99"/>
              </a:solidFill>
            </a:endParaRPr>
          </a:p>
        </p:txBody>
      </p:sp>
      <p:sp>
        <p:nvSpPr>
          <p:cNvPr id="2" name="Title 1"/>
          <p:cNvSpPr>
            <a:spLocks noGrp="1"/>
          </p:cNvSpPr>
          <p:nvPr>
            <p:ph type="ctrTitle"/>
          </p:nvPr>
        </p:nvSpPr>
        <p:spPr>
          <a:xfrm>
            <a:off x="1815852" y="764704"/>
            <a:ext cx="7357120" cy="2384623"/>
          </a:xfrm>
        </p:spPr>
        <p:txBody>
          <a:bodyPr anchor="b"/>
          <a:lstStyle>
            <a:lvl1pPr>
              <a:defRPr sz="6600">
                <a:ln>
                  <a:noFill/>
                </a:ln>
                <a:solidFill>
                  <a:srgbClr val="004D99"/>
                </a:solidFill>
              </a:defRPr>
            </a:lvl1pPr>
          </a:lstStyle>
          <a:p>
            <a:r>
              <a:rPr lang="en-US"/>
              <a:t>Click to edit Master title style</a:t>
            </a:r>
            <a:endParaRPr lang="en-US" dirty="0"/>
          </a:p>
        </p:txBody>
      </p:sp>
      <p:sp>
        <p:nvSpPr>
          <p:cNvPr id="7" name="TextBox 6"/>
          <p:cNvSpPr txBox="1"/>
          <p:nvPr/>
        </p:nvSpPr>
        <p:spPr>
          <a:xfrm>
            <a:off x="653822" y="5807005"/>
            <a:ext cx="7850043" cy="646331"/>
          </a:xfrm>
          <a:prstGeom prst="rect">
            <a:avLst/>
          </a:prstGeom>
          <a:noFill/>
        </p:spPr>
        <p:txBody>
          <a:bodyPr wrap="square" rtlCol="0">
            <a:spAutoFit/>
          </a:bodyPr>
          <a:lstStyle/>
          <a:p>
            <a:r>
              <a:rPr lang="en-US" sz="900" b="1" i="0" kern="1200" dirty="0">
                <a:solidFill>
                  <a:schemeClr val="bg1"/>
                </a:solidFill>
                <a:effectLst/>
                <a:latin typeface="+mn-lt"/>
                <a:ea typeface="+mn-ea"/>
                <a:cs typeface="+mn-cs"/>
              </a:rPr>
              <a:t>© Copyright 2017, THE HOSPITAL FOR SICK CHILDREN AND THE COLLABORATING INSTITUTIONS.</a:t>
            </a:r>
            <a:r>
              <a:rPr lang="en-US" sz="900" b="0" i="0" kern="1200" dirty="0">
                <a:solidFill>
                  <a:schemeClr val="bg1"/>
                </a:solidFill>
                <a:effectLst/>
                <a:latin typeface="+mn-lt"/>
                <a:ea typeface="+mn-ea"/>
                <a:cs typeface="+mn-cs"/>
              </a:rPr>
              <a:t> </a:t>
            </a:r>
          </a:p>
          <a:p>
            <a:r>
              <a:rPr lang="en-US" sz="900" b="0" i="0" kern="1200" dirty="0">
                <a:solidFill>
                  <a:schemeClr val="bg1"/>
                </a:solidFill>
                <a:effectLst/>
                <a:latin typeface="+mn-lt"/>
                <a:ea typeface="+mn-ea"/>
                <a:cs typeface="+mn-cs"/>
              </a:rPr>
              <a:t> All rights reserved in Canada, the United States and worldwide. Copyright, trademarks, trade names and any and all associated intellectual property are exclusively owned by THE HOSPITAL FOR Sick CHILDREN and the collaborating institutions. These materials may be used, reproduced, modified, distributed and adapted with proper attribution.</a:t>
            </a:r>
            <a:endParaRPr lang="en-GB" sz="900" dirty="0">
              <a:solidFill>
                <a:schemeClr val="bg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nd_First slide">
    <p:bg>
      <p:bgPr>
        <a:solidFill>
          <a:srgbClr val="009999"/>
        </a:solidFill>
        <a:effectLst/>
      </p:bgPr>
    </p:bg>
    <p:spTree>
      <p:nvGrpSpPr>
        <p:cNvPr id="1" name=""/>
        <p:cNvGrpSpPr/>
        <p:nvPr/>
      </p:nvGrpSpPr>
      <p:grpSpPr>
        <a:xfrm>
          <a:off x="0" y="0"/>
          <a:ext cx="0" cy="0"/>
          <a:chOff x="0" y="0"/>
          <a:chExt cx="0" cy="0"/>
        </a:xfrm>
      </p:grpSpPr>
      <p:sp>
        <p:nvSpPr>
          <p:cNvPr id="20" name="Rectangle 19"/>
          <p:cNvSpPr/>
          <p:nvPr/>
        </p:nvSpPr>
        <p:spPr>
          <a:xfrm>
            <a:off x="1835696" y="818458"/>
            <a:ext cx="7308304" cy="576064"/>
          </a:xfrm>
          <a:prstGeom prst="rect">
            <a:avLst/>
          </a:prstGeom>
          <a:solidFill>
            <a:srgbClr val="FEF8F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nl-NL" sz="2000" b="1" dirty="0">
                <a:solidFill>
                  <a:srgbClr val="004D99"/>
                </a:solidFill>
              </a:rPr>
              <a:t>DARTH Workgroup</a:t>
            </a:r>
            <a:endParaRPr lang="en-GB" sz="2000" b="1" dirty="0">
              <a:solidFill>
                <a:srgbClr val="004D99"/>
              </a:solidFill>
            </a:endParaRPr>
          </a:p>
        </p:txBody>
      </p:sp>
      <p:sp>
        <p:nvSpPr>
          <p:cNvPr id="13"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chemeClr val="bg1"/>
                </a:solidFill>
              </a:defRPr>
            </a:lvl1pPr>
          </a:lstStyle>
          <a:p>
            <a:endParaRPr lang="en-US"/>
          </a:p>
        </p:txBody>
      </p:sp>
      <p:sp>
        <p:nvSpPr>
          <p:cNvPr id="14" name="Slide Number Placeholder 2"/>
          <p:cNvSpPr>
            <a:spLocks noGrp="1"/>
          </p:cNvSpPr>
          <p:nvPr>
            <p:ph type="sldNum" sz="quarter" idx="11"/>
          </p:nvPr>
        </p:nvSpPr>
        <p:spPr>
          <a:xfrm>
            <a:off x="8559864" y="6453336"/>
            <a:ext cx="548640" cy="396240"/>
          </a:xfrm>
          <a:ln>
            <a:noFill/>
          </a:ln>
        </p:spPr>
        <p:txBody>
          <a:bodyPr/>
          <a:lstStyle>
            <a:lvl1pPr>
              <a:defRPr>
                <a:solidFill>
                  <a:schemeClr val="bg1"/>
                </a:solidFill>
              </a:defRPr>
            </a:lvl1pPr>
          </a:lstStyle>
          <a:p>
            <a:fld id="{0798D939-2D9E-2142-A80A-FFDECD1E5A9B}" type="slidenum">
              <a:rPr lang="en-US" smtClean="0"/>
              <a:t>‹#›</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705625844"/>
              </p:ext>
            </p:extLst>
          </p:nvPr>
        </p:nvGraphicFramePr>
        <p:xfrm>
          <a:off x="1860376" y="1553344"/>
          <a:ext cx="7283624" cy="3291840"/>
        </p:xfrm>
        <a:graphic>
          <a:graphicData uri="http://schemas.openxmlformats.org/drawingml/2006/table">
            <a:tbl>
              <a:tblPr firstRow="1" bandRow="1">
                <a:tableStyleId>{2D5ABB26-0587-4C30-8999-92F81FD0307C}</a:tableStyleId>
              </a:tblPr>
              <a:tblGrid>
                <a:gridCol w="3647728">
                  <a:extLst>
                    <a:ext uri="{9D8B030D-6E8A-4147-A177-3AD203B41FA5}">
                      <a16:colId xmlns:a16="http://schemas.microsoft.com/office/drawing/2014/main" val="20000"/>
                    </a:ext>
                  </a:extLst>
                </a:gridCol>
                <a:gridCol w="3635896">
                  <a:extLst>
                    <a:ext uri="{9D8B030D-6E8A-4147-A177-3AD203B41FA5}">
                      <a16:colId xmlns:a16="http://schemas.microsoft.com/office/drawing/2014/main" val="20001"/>
                    </a:ext>
                  </a:extLst>
                </a:gridCol>
              </a:tblGrid>
              <a:tr h="370840">
                <a:tc>
                  <a:txBody>
                    <a:bodyPr/>
                    <a:lstStyle/>
                    <a:p>
                      <a:r>
                        <a:rPr lang="en-US" sz="1400" b="1" kern="1200" dirty="0">
                          <a:solidFill>
                            <a:srgbClr val="FEF8F3"/>
                          </a:solidFill>
                          <a:effectLst/>
                        </a:rPr>
                        <a:t>Fernando </a:t>
                      </a:r>
                      <a:r>
                        <a:rPr lang="en-US" sz="1400" b="1" kern="1200" dirty="0" err="1">
                          <a:solidFill>
                            <a:srgbClr val="FEF8F3"/>
                          </a:solidFill>
                          <a:effectLst/>
                        </a:rPr>
                        <a:t>Alarid-Escudero</a:t>
                      </a:r>
                      <a:r>
                        <a:rPr lang="en-US" sz="1400" b="1" kern="1200" dirty="0">
                          <a:solidFill>
                            <a:srgbClr val="FEF8F3"/>
                          </a:solidFill>
                          <a:effectLst/>
                        </a:rPr>
                        <a:t>, PhD</a:t>
                      </a:r>
                      <a:r>
                        <a:rPr lang="en-US" sz="1400" b="1" kern="1200" baseline="30000" dirty="0">
                          <a:solidFill>
                            <a:srgbClr val="FEF8F3"/>
                          </a:solidFill>
                          <a:effectLst/>
                        </a:rPr>
                        <a:t>1</a:t>
                      </a:r>
                      <a:r>
                        <a:rPr lang="en-US" sz="1400" b="1" kern="1200" dirty="0">
                          <a:solidFill>
                            <a:srgbClr val="FEF8F3"/>
                          </a:solidFill>
                          <a:effectLst/>
                        </a:rPr>
                        <a:t> </a:t>
                      </a:r>
                    </a:p>
                    <a:p>
                      <a:r>
                        <a:rPr lang="en-US" sz="1400" b="1" kern="1200" dirty="0">
                          <a:solidFill>
                            <a:srgbClr val="FEF8F3"/>
                          </a:solidFill>
                          <a:effectLst/>
                        </a:rPr>
                        <a:t>Eva A. Enns, MS, PhD</a:t>
                      </a:r>
                      <a:r>
                        <a:rPr lang="en-US" sz="1400" b="1" kern="1200" baseline="30000" dirty="0">
                          <a:solidFill>
                            <a:srgbClr val="FEF8F3"/>
                          </a:solidFill>
                          <a:effectLst/>
                        </a:rPr>
                        <a:t>2</a:t>
                      </a:r>
                      <a:r>
                        <a:rPr lang="en-US" sz="1400" b="1" kern="1200" dirty="0">
                          <a:solidFill>
                            <a:srgbClr val="FEF8F3"/>
                          </a:solidFill>
                          <a:effectLst/>
                        </a:rPr>
                        <a:t>	</a:t>
                      </a:r>
                    </a:p>
                    <a:p>
                      <a:r>
                        <a:rPr lang="en-US" sz="1400" b="1" kern="1200" dirty="0">
                          <a:solidFill>
                            <a:srgbClr val="FEF8F3"/>
                          </a:solidFill>
                          <a:effectLst/>
                        </a:rPr>
                        <a:t>M.G. Myriam Hunink, MD, PhD</a:t>
                      </a:r>
                      <a:r>
                        <a:rPr lang="en-US" sz="1400" b="1" kern="1200" baseline="30000" dirty="0">
                          <a:solidFill>
                            <a:srgbClr val="FEF8F3"/>
                          </a:solidFill>
                          <a:effectLst/>
                        </a:rPr>
                        <a:t>3,4</a:t>
                      </a:r>
                      <a:endParaRPr lang="en-US" sz="1400" b="1" kern="1200" dirty="0">
                        <a:solidFill>
                          <a:srgbClr val="FEF8F3"/>
                        </a:solidFill>
                        <a:effectLst/>
                      </a:endParaRPr>
                    </a:p>
                    <a:p>
                      <a:r>
                        <a:rPr lang="nl-NL" sz="1400" b="1" kern="1200" dirty="0" err="1">
                          <a:solidFill>
                            <a:srgbClr val="FEF8F3"/>
                          </a:solidFill>
                          <a:effectLst/>
                        </a:rPr>
                        <a:t>Hawre</a:t>
                      </a:r>
                      <a:r>
                        <a:rPr lang="nl-NL" sz="1400" b="1" kern="1200" dirty="0">
                          <a:solidFill>
                            <a:srgbClr val="FEF8F3"/>
                          </a:solidFill>
                          <a:effectLst/>
                        </a:rPr>
                        <a:t> J. Jalal, MD, PhD</a:t>
                      </a:r>
                      <a:r>
                        <a:rPr lang="nl-NL" sz="1400" b="1" kern="1200" baseline="30000" dirty="0">
                          <a:solidFill>
                            <a:srgbClr val="FEF8F3"/>
                          </a:solidFill>
                          <a:effectLst/>
                        </a:rPr>
                        <a:t>5</a:t>
                      </a:r>
                      <a:r>
                        <a:rPr lang="nl-NL" sz="1400" b="1" kern="1200" dirty="0">
                          <a:solidFill>
                            <a:srgbClr val="FEF8F3"/>
                          </a:solidFill>
                          <a:effectLst/>
                        </a:rPr>
                        <a:t> </a:t>
                      </a:r>
                      <a:endParaRPr lang="en-US" sz="1400" b="1" kern="1200" dirty="0">
                        <a:solidFill>
                          <a:srgbClr val="FEF8F3"/>
                        </a:solidFill>
                        <a:effectLst/>
                      </a:endParaRPr>
                    </a:p>
                    <a:p>
                      <a:r>
                        <a:rPr lang="nl-NL" sz="1400" b="1" kern="1200" dirty="0">
                          <a:solidFill>
                            <a:srgbClr val="FEF8F3"/>
                          </a:solidFill>
                          <a:effectLst/>
                        </a:rPr>
                        <a:t>Eline M. Krijkamp, MSc</a:t>
                      </a:r>
                      <a:r>
                        <a:rPr lang="nl-NL" sz="1400" b="1" kern="1200" baseline="30000" dirty="0">
                          <a:solidFill>
                            <a:srgbClr val="FEF8F3"/>
                          </a:solidFill>
                          <a:effectLst/>
                        </a:rPr>
                        <a:t>3</a:t>
                      </a:r>
                      <a:endParaRPr lang="en-US" sz="1400" b="1" kern="1200" dirty="0">
                        <a:solidFill>
                          <a:srgbClr val="FEF8F3"/>
                        </a:solidFill>
                        <a:effectLst/>
                      </a:endParaRPr>
                    </a:p>
                    <a:p>
                      <a:r>
                        <a:rPr lang="en-US" sz="1400" b="1" kern="1200" dirty="0">
                          <a:solidFill>
                            <a:srgbClr val="FEF8F3"/>
                          </a:solidFill>
                          <a:effectLst/>
                        </a:rPr>
                        <a:t>Petros Pechlivanoglou, PhD</a:t>
                      </a:r>
                      <a:r>
                        <a:rPr lang="en-US" sz="1400" b="1" kern="1200" baseline="30000" dirty="0">
                          <a:solidFill>
                            <a:srgbClr val="FEF8F3"/>
                          </a:solidFill>
                          <a:effectLst/>
                        </a:rPr>
                        <a:t>6</a:t>
                      </a:r>
                      <a:r>
                        <a:rPr lang="en-US" sz="1400" b="1" kern="1200" dirty="0">
                          <a:solidFill>
                            <a:srgbClr val="FEF8F3"/>
                          </a:solidFill>
                          <a:effectLst/>
                        </a:rPr>
                        <a:t> </a:t>
                      </a:r>
                    </a:p>
                    <a:p>
                      <a:endParaRPr lang="en-GB" sz="1200" dirty="0">
                        <a:solidFill>
                          <a:schemeClr val="bg1"/>
                        </a:solidFill>
                      </a:endParaRPr>
                    </a:p>
                  </a:txBody>
                  <a:tcPr/>
                </a:tc>
                <a:tc>
                  <a:txBody>
                    <a:bodyPr/>
                    <a:lstStyle/>
                    <a:p>
                      <a:endParaRPr lang="en-GB" sz="1200" dirty="0">
                        <a:solidFill>
                          <a:schemeClr val="bg1"/>
                        </a:solidFill>
                      </a:endParaRPr>
                    </a:p>
                  </a:txBody>
                  <a:tcPr/>
                </a:tc>
                <a:extLst>
                  <a:ext uri="{0D108BD9-81ED-4DB2-BD59-A6C34878D82A}">
                    <a16:rowId xmlns:a16="http://schemas.microsoft.com/office/drawing/2014/main" val="10000"/>
                  </a:ext>
                </a:extLst>
              </a:tr>
              <a:tr h="370840">
                <a:tc gridSpan="2">
                  <a:txBody>
                    <a:bodyPr/>
                    <a:lstStyle/>
                    <a:p>
                      <a:r>
                        <a:rPr lang="en-US" sz="1200" kern="1200" dirty="0">
                          <a:solidFill>
                            <a:srgbClr val="FEF8F3"/>
                          </a:solidFill>
                          <a:effectLst/>
                          <a:latin typeface="+mn-lt"/>
                          <a:ea typeface="+mn-ea"/>
                          <a:cs typeface="+mn-cs"/>
                        </a:rPr>
                        <a:t>In collaboration of: 		</a:t>
                      </a:r>
                    </a:p>
                    <a:p>
                      <a:r>
                        <a:rPr lang="en-US" sz="1200" kern="1200" dirty="0">
                          <a:solidFill>
                            <a:srgbClr val="FEF8F3"/>
                          </a:solidFill>
                          <a:effectLst/>
                          <a:latin typeface="+mn-lt"/>
                          <a:ea typeface="+mn-ea"/>
                          <a:cs typeface="+mn-cs"/>
                        </a:rPr>
                        <a:t>1 Drug Policy Program, Center for Research and Teaching in Economics (CIDE) - CONACyT, </a:t>
                      </a:r>
                    </a:p>
                    <a:p>
                      <a:r>
                        <a:rPr lang="en-US" sz="1200" kern="1200" dirty="0">
                          <a:solidFill>
                            <a:srgbClr val="FEF8F3"/>
                          </a:solidFill>
                          <a:effectLst/>
                          <a:latin typeface="+mn-lt"/>
                          <a:ea typeface="+mn-ea"/>
                          <a:cs typeface="+mn-cs"/>
                        </a:rPr>
                        <a:t>  Aguascalientes, Mexico</a:t>
                      </a:r>
                    </a:p>
                    <a:p>
                      <a:r>
                        <a:rPr lang="en-US" sz="1200" kern="1200" dirty="0">
                          <a:solidFill>
                            <a:srgbClr val="FEF8F3"/>
                          </a:solidFill>
                          <a:effectLst/>
                          <a:latin typeface="+mn-lt"/>
                          <a:ea typeface="+mn-ea"/>
                          <a:cs typeface="+mn-cs"/>
                        </a:rPr>
                        <a:t>2 University of Minnesota School of Public Health, Minneapolis, MN, USA</a:t>
                      </a:r>
                    </a:p>
                    <a:p>
                      <a:r>
                        <a:rPr lang="en-US" sz="1200" kern="1200" dirty="0">
                          <a:solidFill>
                            <a:srgbClr val="FEF8F3"/>
                          </a:solidFill>
                          <a:effectLst/>
                          <a:latin typeface="+mn-lt"/>
                          <a:ea typeface="+mn-ea"/>
                          <a:cs typeface="+mn-cs"/>
                        </a:rPr>
                        <a:t>3 Erasmus MC, Rotterdam, The Netherlands</a:t>
                      </a:r>
                    </a:p>
                    <a:p>
                      <a:r>
                        <a:rPr lang="en-US" sz="1200" kern="1200" dirty="0">
                          <a:solidFill>
                            <a:srgbClr val="FEF8F3"/>
                          </a:solidFill>
                          <a:effectLst/>
                          <a:latin typeface="+mn-lt"/>
                          <a:ea typeface="+mn-ea"/>
                          <a:cs typeface="+mn-cs"/>
                        </a:rPr>
                        <a:t>4 Harvard T.H. Chan School of Public Health, Boston, USA</a:t>
                      </a:r>
                    </a:p>
                    <a:p>
                      <a:r>
                        <a:rPr lang="en-US" sz="1200" kern="1200" dirty="0">
                          <a:solidFill>
                            <a:srgbClr val="FEF8F3"/>
                          </a:solidFill>
                          <a:effectLst/>
                          <a:latin typeface="+mn-lt"/>
                          <a:ea typeface="+mn-ea"/>
                          <a:cs typeface="+mn-cs"/>
                        </a:rPr>
                        <a:t>5 University of Pittsburgh Graduate School of Public Health, Pittsburgh, PA, USA</a:t>
                      </a:r>
                    </a:p>
                    <a:p>
                      <a:r>
                        <a:rPr lang="en-US" sz="1200" kern="1200" dirty="0">
                          <a:solidFill>
                            <a:srgbClr val="FEF8F3"/>
                          </a:solidFill>
                          <a:effectLst/>
                          <a:latin typeface="+mn-lt"/>
                          <a:ea typeface="+mn-ea"/>
                          <a:cs typeface="+mn-cs"/>
                        </a:rPr>
                        <a:t>6 The Hospital for Sick Children, Toronto and University of Toronto, Toronto ON, Canada</a:t>
                      </a:r>
                    </a:p>
                    <a:p>
                      <a:endParaRPr lang="en-GB" sz="1200" dirty="0">
                        <a:solidFill>
                          <a:schemeClr val="bg1"/>
                        </a:solidFill>
                      </a:endParaRPr>
                    </a:p>
                  </a:txBody>
                  <a:tcPr/>
                </a:tc>
                <a:tc hMerge="1">
                  <a:txBody>
                    <a:bodyPr/>
                    <a:lstStyle/>
                    <a:p>
                      <a:endParaRPr lang="en-GB" sz="1200" dirty="0">
                        <a:solidFill>
                          <a:schemeClr val="bg1"/>
                        </a:solidFill>
                      </a:endParaRP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653822" y="5807005"/>
            <a:ext cx="7850043" cy="646331"/>
          </a:xfrm>
          <a:prstGeom prst="rect">
            <a:avLst/>
          </a:prstGeom>
          <a:noFill/>
        </p:spPr>
        <p:txBody>
          <a:bodyPr wrap="square" rtlCol="0">
            <a:spAutoFit/>
          </a:bodyPr>
          <a:lstStyle/>
          <a:p>
            <a:r>
              <a:rPr lang="en-US" sz="900" b="1" i="0" kern="1200" dirty="0">
                <a:solidFill>
                  <a:schemeClr val="bg1"/>
                </a:solidFill>
                <a:effectLst/>
                <a:latin typeface="+mn-lt"/>
                <a:ea typeface="+mn-ea"/>
                <a:cs typeface="+mn-cs"/>
              </a:rPr>
              <a:t>© Copyright 2017, THE HOSPITAL FOR SICK CHILDREN AND THE COLLABORATING INSTITUTIONS.</a:t>
            </a:r>
            <a:r>
              <a:rPr lang="en-US" sz="900" b="0" i="0" kern="1200" dirty="0">
                <a:solidFill>
                  <a:schemeClr val="bg1"/>
                </a:solidFill>
                <a:effectLst/>
                <a:latin typeface="+mn-lt"/>
                <a:ea typeface="+mn-ea"/>
                <a:cs typeface="+mn-cs"/>
              </a:rPr>
              <a:t> </a:t>
            </a:r>
          </a:p>
          <a:p>
            <a:r>
              <a:rPr lang="en-US" sz="900" b="0" i="0" kern="1200" dirty="0">
                <a:solidFill>
                  <a:schemeClr val="bg1"/>
                </a:solidFill>
                <a:effectLst/>
                <a:latin typeface="+mn-lt"/>
                <a:ea typeface="+mn-ea"/>
                <a:cs typeface="+mn-cs"/>
              </a:rPr>
              <a:t>All rights reserved in Canada, the United States and worldwide. Copyright, trademarks, trade names and any and all associated intellectual property are exclusively owned by THE HOSPITAL FOR Sick CHILDREN and the collaborating institutions. These materials may be used, reproduced, modified, distributed and adapted with proper attribution. </a:t>
            </a:r>
            <a:endParaRPr lang="en-GB" sz="900" dirty="0">
              <a:solidFill>
                <a:schemeClr val="bg1"/>
              </a:solidFill>
            </a:endParaRPr>
          </a:p>
        </p:txBody>
      </p:sp>
      <p:sp>
        <p:nvSpPr>
          <p:cNvPr id="2" name="AutoShape 14" descr="Image result for hospital for sick children toronto vector logo"/>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 name="AutoShape 16" descr="Image result for sick kids vector logo wiki"/>
          <p:cNvSpPr>
            <a:spLocks noChangeAspect="1" noChangeArrowheads="1"/>
          </p:cNvSpPr>
          <p:nvPr/>
        </p:nvSpPr>
        <p:spPr bwMode="auto">
          <a:xfrm>
            <a:off x="307975" y="79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Rectangle 5"/>
          <p:cNvSpPr/>
          <p:nvPr/>
        </p:nvSpPr>
        <p:spPr>
          <a:xfrm rot="16200000" flipV="1">
            <a:off x="-1201823" y="1708789"/>
            <a:ext cx="3024336" cy="3000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 name="Picture 17" descr="\\storage.erasmusmc.nl\m\MyDocs\478030\My Documents\Desktop\The_Hospital_for_Sick_Children-logo-30EAA69EAC-seeklogo.com.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2883" y="5323650"/>
            <a:ext cx="1224000" cy="367200"/>
          </a:xfrm>
          <a:prstGeom prst="rect">
            <a:avLst/>
          </a:prstGeom>
          <a:noFill/>
          <a:extLst>
            <a:ext uri="{909E8E84-426E-40dd-AFC4-6F175D3DCCD1}">
              <a14:hiddenFill xmlns="" xmlns:a14="http://schemas.microsoft.com/office/drawing/2010/main">
                <a:solidFill>
                  <a:srgbClr val="FFFFFF"/>
                </a:solidFill>
              </a14:hiddenFill>
            </a:ext>
          </a:extLst>
        </p:spPr>
      </p:pic>
      <p:pic>
        <p:nvPicPr>
          <p:cNvPr id="18" name="Picture 18" descr="\\storage.erasmusmc.nl\m\MyDocs\478030\My Documents\Desktop\Pitt_logo.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28501" y="5255702"/>
            <a:ext cx="2664000" cy="508713"/>
          </a:xfrm>
          <a:prstGeom prst="rect">
            <a:avLst/>
          </a:prstGeom>
          <a:noFill/>
          <a:extLst>
            <a:ext uri="{909E8E84-426E-40dd-AFC4-6F175D3DCCD1}">
              <a14:hiddenFill xmlns="" xmlns:a14="http://schemas.microsoft.com/office/drawing/2010/main">
                <a:solidFill>
                  <a:srgbClr val="FFFFFF"/>
                </a:solidFill>
              </a14:hiddenFill>
            </a:ext>
          </a:extLst>
        </p:spPr>
      </p:pic>
      <p:pic>
        <p:nvPicPr>
          <p:cNvPr id="19"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51974" y="5306389"/>
            <a:ext cx="1296145" cy="38435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21"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86484" y="5306114"/>
            <a:ext cx="2016000" cy="4157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flipH="1">
            <a:off x="1860376" y="4748219"/>
            <a:ext cx="4782800" cy="307777"/>
          </a:xfrm>
          <a:prstGeom prst="rect">
            <a:avLst/>
          </a:prstGeom>
          <a:noFill/>
        </p:spPr>
        <p:txBody>
          <a:bodyPr wrap="square" rtlCol="0">
            <a:spAutoFit/>
          </a:bodyPr>
          <a:lstStyle/>
          <a:p>
            <a:r>
              <a:rPr lang="en-US" sz="1400" b="1" dirty="0" err="1">
                <a:solidFill>
                  <a:schemeClr val="bg1"/>
                </a:solidFill>
              </a:rPr>
              <a:t>www.darthworkgroup.com</a:t>
            </a:r>
            <a:endParaRPr lang="en-US" sz="1400" b="1" dirty="0">
              <a:solidFill>
                <a:schemeClr val="bg1"/>
              </a:solidFill>
            </a:endParaRPr>
          </a:p>
        </p:txBody>
      </p:sp>
      <p:sp>
        <p:nvSpPr>
          <p:cNvPr id="15" name="TextBox 14"/>
          <p:cNvSpPr txBox="1"/>
          <p:nvPr userDrawn="1"/>
        </p:nvSpPr>
        <p:spPr>
          <a:xfrm flipH="1">
            <a:off x="1860376" y="4748220"/>
            <a:ext cx="4782800" cy="307777"/>
          </a:xfrm>
          <a:prstGeom prst="rect">
            <a:avLst/>
          </a:prstGeom>
          <a:noFill/>
        </p:spPr>
        <p:txBody>
          <a:bodyPr wrap="square" rtlCol="0">
            <a:spAutoFit/>
          </a:bodyPr>
          <a:lstStyle/>
          <a:p>
            <a:r>
              <a:rPr lang="en-US" sz="1400" b="1" dirty="0" err="1">
                <a:solidFill>
                  <a:schemeClr val="bg1"/>
                </a:solidFill>
              </a:rPr>
              <a:t>www.darthworkgroup.com</a:t>
            </a:r>
            <a:endParaRPr lang="en-US" sz="1400" b="1" dirty="0">
              <a:solidFill>
                <a:schemeClr val="bg1"/>
              </a:solidFill>
            </a:endParaRPr>
          </a:p>
        </p:txBody>
      </p:sp>
      <p:pic>
        <p:nvPicPr>
          <p:cNvPr id="8" name="Picture 7">
            <a:extLst>
              <a:ext uri="{FF2B5EF4-FFF2-40B4-BE49-F238E27FC236}">
                <a16:creationId xmlns:a16="http://schemas.microsoft.com/office/drawing/2014/main" id="{1F4A33E6-5765-144B-BB9E-E9B85276960B}"/>
              </a:ext>
            </a:extLst>
          </p:cNvPr>
          <p:cNvPicPr>
            <a:picLocks noChangeAspect="1"/>
          </p:cNvPicPr>
          <p:nvPr userDrawn="1"/>
        </p:nvPicPr>
        <p:blipFill>
          <a:blip r:embed="rId6"/>
          <a:stretch>
            <a:fillRect/>
          </a:stretch>
        </p:blipFill>
        <p:spPr>
          <a:xfrm>
            <a:off x="241682" y="4980651"/>
            <a:ext cx="711200" cy="9017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2nd_First slide">
    <p:bg>
      <p:bgPr>
        <a:solidFill>
          <a:srgbClr val="009999"/>
        </a:solidFill>
        <a:effectLst/>
      </p:bgPr>
    </p:bg>
    <p:spTree>
      <p:nvGrpSpPr>
        <p:cNvPr id="1" name=""/>
        <p:cNvGrpSpPr/>
        <p:nvPr/>
      </p:nvGrpSpPr>
      <p:grpSpPr>
        <a:xfrm>
          <a:off x="0" y="0"/>
          <a:ext cx="0" cy="0"/>
          <a:chOff x="0" y="0"/>
          <a:chExt cx="0" cy="0"/>
        </a:xfrm>
      </p:grpSpPr>
      <p:sp>
        <p:nvSpPr>
          <p:cNvPr id="20" name="Rectangle 19"/>
          <p:cNvSpPr/>
          <p:nvPr/>
        </p:nvSpPr>
        <p:spPr>
          <a:xfrm>
            <a:off x="1835696" y="818458"/>
            <a:ext cx="7308304" cy="576064"/>
          </a:xfrm>
          <a:prstGeom prst="rect">
            <a:avLst/>
          </a:prstGeom>
          <a:solidFill>
            <a:srgbClr val="FEF8F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nl-NL" sz="2000" b="1" dirty="0" err="1">
                <a:solidFill>
                  <a:srgbClr val="004D99"/>
                </a:solidFill>
              </a:rPr>
              <a:t>Acknowledgements</a:t>
            </a:r>
            <a:r>
              <a:rPr lang="nl-NL" sz="2000" b="1" baseline="0" dirty="0">
                <a:solidFill>
                  <a:srgbClr val="004D99"/>
                </a:solidFill>
              </a:rPr>
              <a:t> </a:t>
            </a:r>
            <a:r>
              <a:rPr lang="nl-NL" sz="2000" b="1" baseline="0" dirty="0" err="1">
                <a:solidFill>
                  <a:srgbClr val="004D99"/>
                </a:solidFill>
              </a:rPr>
              <a:t>and</a:t>
            </a:r>
            <a:r>
              <a:rPr lang="nl-NL" sz="2000" b="1" baseline="0" dirty="0">
                <a:solidFill>
                  <a:srgbClr val="004D99"/>
                </a:solidFill>
              </a:rPr>
              <a:t> </a:t>
            </a:r>
            <a:r>
              <a:rPr lang="nl-NL" sz="2000" b="1" baseline="0" dirty="0" err="1">
                <a:solidFill>
                  <a:srgbClr val="004D99"/>
                </a:solidFill>
              </a:rPr>
              <a:t>attributions</a:t>
            </a:r>
            <a:endParaRPr lang="en-GB" sz="2000" b="1" dirty="0">
              <a:solidFill>
                <a:srgbClr val="004D99"/>
              </a:solidFill>
            </a:endParaRPr>
          </a:p>
        </p:txBody>
      </p:sp>
      <p:sp>
        <p:nvSpPr>
          <p:cNvPr id="13"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chemeClr val="bg1"/>
                </a:solidFill>
              </a:defRPr>
            </a:lvl1pPr>
          </a:lstStyle>
          <a:p>
            <a:endParaRPr lang="en-US"/>
          </a:p>
        </p:txBody>
      </p:sp>
      <p:sp>
        <p:nvSpPr>
          <p:cNvPr id="14" name="Slide Number Placeholder 2"/>
          <p:cNvSpPr>
            <a:spLocks noGrp="1"/>
          </p:cNvSpPr>
          <p:nvPr>
            <p:ph type="sldNum" sz="quarter" idx="11"/>
          </p:nvPr>
        </p:nvSpPr>
        <p:spPr>
          <a:xfrm>
            <a:off x="8559864" y="6453336"/>
            <a:ext cx="548640" cy="396240"/>
          </a:xfrm>
          <a:ln>
            <a:noFill/>
          </a:ln>
        </p:spPr>
        <p:txBody>
          <a:bodyPr/>
          <a:lstStyle>
            <a:lvl1pPr>
              <a:defRPr>
                <a:solidFill>
                  <a:schemeClr val="bg1"/>
                </a:solidFill>
              </a:defRPr>
            </a:lvl1pPr>
          </a:lstStyle>
          <a:p>
            <a:fld id="{0798D939-2D9E-2142-A80A-FFDECD1E5A9B}" type="slidenum">
              <a:rPr lang="en-US" smtClean="0"/>
              <a:t>‹#›</a:t>
            </a:fld>
            <a:endParaRPr lang="en-US"/>
          </a:p>
        </p:txBody>
      </p:sp>
      <p:sp>
        <p:nvSpPr>
          <p:cNvPr id="16" name="TextBox 15"/>
          <p:cNvSpPr txBox="1"/>
          <p:nvPr/>
        </p:nvSpPr>
        <p:spPr>
          <a:xfrm>
            <a:off x="653822" y="5807005"/>
            <a:ext cx="7850043" cy="646331"/>
          </a:xfrm>
          <a:prstGeom prst="rect">
            <a:avLst/>
          </a:prstGeom>
          <a:noFill/>
        </p:spPr>
        <p:txBody>
          <a:bodyPr wrap="square" rtlCol="0">
            <a:spAutoFit/>
          </a:bodyPr>
          <a:lstStyle/>
          <a:p>
            <a:r>
              <a:rPr lang="en-US" sz="900" b="1" i="0" kern="1200" dirty="0">
                <a:solidFill>
                  <a:schemeClr val="bg1"/>
                </a:solidFill>
                <a:effectLst/>
                <a:latin typeface="+mn-lt"/>
                <a:ea typeface="+mn-ea"/>
                <a:cs typeface="+mn-cs"/>
              </a:rPr>
              <a:t>© Copyright 2017, THE HOSPITAL FOR SICK CHILDREN AND THE COLLABORATING INSTITUTIONS.</a:t>
            </a:r>
            <a:r>
              <a:rPr lang="en-US" sz="900" b="0" i="0" kern="1200" dirty="0">
                <a:solidFill>
                  <a:schemeClr val="bg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dirty="0">
                <a:solidFill>
                  <a:schemeClr val="bg1"/>
                </a:solidFill>
                <a:effectLst/>
                <a:latin typeface="+mn-lt"/>
                <a:ea typeface="+mn-ea"/>
                <a:cs typeface="+mn-cs"/>
              </a:rPr>
              <a:t>All rights reserved in Canada, the United States and worldwide. Copyright, trademarks, trade names and any and all associated intellectual property are exclusively owned by THE HOSPITAL FOR Sick CHILDREN and the collaborating institutions. These materials may be used, reproduced, modified, distributed and adapted with proper attribution.  </a:t>
            </a:r>
            <a:endParaRPr lang="en-GB" sz="900" dirty="0">
              <a:solidFill>
                <a:schemeClr val="bg1"/>
              </a:solidFill>
            </a:endParaRPr>
          </a:p>
        </p:txBody>
      </p:sp>
      <p:sp>
        <p:nvSpPr>
          <p:cNvPr id="2" name="AutoShape 14" descr="Image result for hospital for sick children toronto vector logo"/>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 name="AutoShape 16" descr="Image result for sick kids vector logo wiki"/>
          <p:cNvSpPr>
            <a:spLocks noChangeAspect="1" noChangeArrowheads="1"/>
          </p:cNvSpPr>
          <p:nvPr/>
        </p:nvSpPr>
        <p:spPr bwMode="auto">
          <a:xfrm>
            <a:off x="307975" y="79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Rectangle 5"/>
          <p:cNvSpPr/>
          <p:nvPr/>
        </p:nvSpPr>
        <p:spPr>
          <a:xfrm rot="16200000" flipV="1">
            <a:off x="-1201823" y="1708789"/>
            <a:ext cx="3024336" cy="3000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Subtitle 2"/>
          <p:cNvSpPr>
            <a:spLocks noGrp="1"/>
          </p:cNvSpPr>
          <p:nvPr>
            <p:ph type="subTitle" idx="1" hasCustomPrompt="1"/>
          </p:nvPr>
        </p:nvSpPr>
        <p:spPr>
          <a:xfrm>
            <a:off x="1835696" y="1628800"/>
            <a:ext cx="7056784" cy="1066800"/>
          </a:xfrm>
        </p:spPr>
        <p:txBody>
          <a:bodyPr anchor="t">
            <a:normAutofit/>
          </a:bodyPr>
          <a:lstStyle>
            <a:lvl1pPr marL="0" indent="0" algn="l">
              <a:buNone/>
              <a:defRPr sz="2000">
                <a:solidFill>
                  <a:srgbClr val="FEF8F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citations</a:t>
            </a:r>
          </a:p>
          <a:p>
            <a:endParaRPr lang="en-US" dirty="0"/>
          </a:p>
        </p:txBody>
      </p:sp>
      <p:pic>
        <p:nvPicPr>
          <p:cNvPr id="17" name="Picture 17" descr="\\storage.erasmusmc.nl\m\MyDocs\478030\My Documents\Desktop\The_Hospital_for_Sick_Children-logo-30EAA69EAC-seeklogo.com.png">
            <a:extLst>
              <a:ext uri="{FF2B5EF4-FFF2-40B4-BE49-F238E27FC236}">
                <a16:creationId xmlns:a16="http://schemas.microsoft.com/office/drawing/2014/main" id="{CF27B3EC-A2BB-BF47-807D-F49D56E854F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72883" y="5323650"/>
            <a:ext cx="1224000" cy="367200"/>
          </a:xfrm>
          <a:prstGeom prst="rect">
            <a:avLst/>
          </a:prstGeom>
          <a:noFill/>
          <a:extLst>
            <a:ext uri="{909E8E84-426E-40dd-AFC4-6F175D3DCCD1}">
              <a14:hiddenFill xmlns="" xmlns:a14="http://schemas.microsoft.com/office/drawing/2010/main">
                <a:solidFill>
                  <a:srgbClr val="FFFFFF"/>
                </a:solidFill>
              </a14:hiddenFill>
            </a:ext>
          </a:extLst>
        </p:spPr>
      </p:pic>
      <p:pic>
        <p:nvPicPr>
          <p:cNvPr id="18" name="Picture 18" descr="\\storage.erasmusmc.nl\m\MyDocs\478030\My Documents\Desktop\Pitt_logo.gif">
            <a:extLst>
              <a:ext uri="{FF2B5EF4-FFF2-40B4-BE49-F238E27FC236}">
                <a16:creationId xmlns:a16="http://schemas.microsoft.com/office/drawing/2014/main" id="{00A49943-5F21-B54A-A2B4-A5A1C9A0255E}"/>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928501" y="5255702"/>
            <a:ext cx="2664000" cy="508713"/>
          </a:xfrm>
          <a:prstGeom prst="rect">
            <a:avLst/>
          </a:prstGeom>
          <a:noFill/>
          <a:extLst>
            <a:ext uri="{909E8E84-426E-40dd-AFC4-6F175D3DCCD1}">
              <a14:hiddenFill xmlns=""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EBC3F8F5-94B4-374C-89B8-A540DEABFD86}"/>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451974" y="5306389"/>
            <a:ext cx="1296145" cy="38435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21" name="Picture 3">
            <a:extLst>
              <a:ext uri="{FF2B5EF4-FFF2-40B4-BE49-F238E27FC236}">
                <a16:creationId xmlns:a16="http://schemas.microsoft.com/office/drawing/2014/main" id="{A92E0873-0222-DD44-AB65-7234C4A77D1C}"/>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186484" y="5306114"/>
            <a:ext cx="2016000" cy="4157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22" name="Picture 21">
            <a:extLst>
              <a:ext uri="{FF2B5EF4-FFF2-40B4-BE49-F238E27FC236}">
                <a16:creationId xmlns:a16="http://schemas.microsoft.com/office/drawing/2014/main" id="{39A9191D-B4FE-9145-A2D5-98FB80FC7F53}"/>
              </a:ext>
            </a:extLst>
          </p:cNvPr>
          <p:cNvPicPr>
            <a:picLocks noChangeAspect="1"/>
          </p:cNvPicPr>
          <p:nvPr userDrawn="1"/>
        </p:nvPicPr>
        <p:blipFill>
          <a:blip r:embed="rId6"/>
          <a:stretch>
            <a:fillRect/>
          </a:stretch>
        </p:blipFill>
        <p:spPr>
          <a:xfrm>
            <a:off x="241682" y="4980651"/>
            <a:ext cx="711200" cy="9017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en objec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840432" y="274638"/>
            <a:ext cx="7620000" cy="1143000"/>
          </a:xfrm>
        </p:spPr>
        <p:txBody>
          <a:bodyPr/>
          <a:lstStyle>
            <a:lvl1pPr>
              <a:defRPr sz="4000"/>
            </a:lvl1pPr>
          </a:lstStyle>
          <a:p>
            <a:r>
              <a:rPr lang="en-US"/>
              <a:t>Click to edit Master title style</a:t>
            </a:r>
            <a:endParaRPr lang="en-US" dirty="0"/>
          </a:p>
        </p:txBody>
      </p:sp>
      <p:sp>
        <p:nvSpPr>
          <p:cNvPr id="3" name="Content Placeholder 2"/>
          <p:cNvSpPr>
            <a:spLocks noGrp="1"/>
          </p:cNvSpPr>
          <p:nvPr>
            <p:ph idx="1"/>
          </p:nvPr>
        </p:nvSpPr>
        <p:spPr>
          <a:xfrm>
            <a:off x="840432" y="1417638"/>
            <a:ext cx="7620000" cy="498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3575FE-2CC2-2845-A91B-203C440E7198}" type="datetimeFigureOut">
              <a:rPr lang="en-US" smtClean="0"/>
              <a:t>8/26/25</a:t>
            </a:fld>
            <a:endParaRPr lang="en-US"/>
          </a:p>
        </p:txBody>
      </p:sp>
      <p:sp>
        <p:nvSpPr>
          <p:cNvPr id="6" name="Slide Number Placeholder 5"/>
          <p:cNvSpPr>
            <a:spLocks noGrp="1"/>
          </p:cNvSpPr>
          <p:nvPr>
            <p:ph type="sldNum" sz="quarter" idx="12"/>
          </p:nvPr>
        </p:nvSpPr>
        <p:spPr/>
        <p:txBody>
          <a:bodyPr/>
          <a:lstStyle/>
          <a:p>
            <a:fld id="{0798D939-2D9E-2142-A80A-FFDECD1E5A9B}" type="slidenum">
              <a:rPr lang="en-US" smtClean="0"/>
              <a:t>‹#›</a:t>
            </a:fld>
            <a:endParaRPr lang="en-US"/>
          </a:p>
        </p:txBody>
      </p:sp>
      <p:sp>
        <p:nvSpPr>
          <p:cNvPr id="7"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le 1"/>
          <p:cNvSpPr>
            <a:spLocks noGrp="1"/>
          </p:cNvSpPr>
          <p:nvPr>
            <p:ph type="title"/>
          </p:nvPr>
        </p:nvSpPr>
        <p:spPr>
          <a:xfrm>
            <a:off x="872753" y="4918521"/>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872753" y="3284984"/>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3575FE-2CC2-2845-A91B-203C440E7198}" type="datetimeFigureOut">
              <a:rPr lang="en-US" smtClean="0"/>
              <a:t>8/26/25</a:t>
            </a:fld>
            <a:endParaRPr lang="en-US"/>
          </a:p>
        </p:txBody>
      </p:sp>
      <p:sp>
        <p:nvSpPr>
          <p:cNvPr id="6" name="Slide Number Placeholder 5"/>
          <p:cNvSpPr>
            <a:spLocks noGrp="1"/>
          </p:cNvSpPr>
          <p:nvPr>
            <p:ph type="sldNum" sz="quarter" idx="12"/>
          </p:nvPr>
        </p:nvSpPr>
        <p:spPr/>
        <p:txBody>
          <a:bodyPr/>
          <a:lstStyle/>
          <a:p>
            <a:fld id="{0798D939-2D9E-2142-A80A-FFDECD1E5A9B}" type="slidenum">
              <a:rPr lang="en-US" smtClean="0"/>
              <a:t>‹#›</a:t>
            </a:fld>
            <a:endParaRPr lang="en-US"/>
          </a:p>
        </p:txBody>
      </p:sp>
      <p:sp>
        <p:nvSpPr>
          <p:cNvPr id="7"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ee objecten">
    <p:spTree>
      <p:nvGrpSpPr>
        <p:cNvPr id="1" name=""/>
        <p:cNvGrpSpPr/>
        <p:nvPr/>
      </p:nvGrpSpPr>
      <p:grpSpPr>
        <a:xfrm>
          <a:off x="0" y="0"/>
          <a:ext cx="0" cy="0"/>
          <a:chOff x="0" y="0"/>
          <a:chExt cx="0" cy="0"/>
        </a:xfrm>
      </p:grpSpPr>
      <p:sp>
        <p:nvSpPr>
          <p:cNvPr id="2" name="Title 1"/>
          <p:cNvSpPr>
            <a:spLocks noGrp="1"/>
          </p:cNvSpPr>
          <p:nvPr>
            <p:ph type="title"/>
          </p:nvPr>
        </p:nvSpPr>
        <p:spPr>
          <a:xfrm>
            <a:off x="840432" y="274638"/>
            <a:ext cx="7620000" cy="11430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40432"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02832"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3575FE-2CC2-2845-A91B-203C440E7198}" type="datetimeFigureOut">
              <a:rPr lang="en-US" smtClean="0"/>
              <a:t>8/26/25</a:t>
            </a:fld>
            <a:endParaRPr lang="en-US"/>
          </a:p>
        </p:txBody>
      </p:sp>
      <p:sp>
        <p:nvSpPr>
          <p:cNvPr id="7" name="Slide Number Placeholder 6"/>
          <p:cNvSpPr>
            <a:spLocks noGrp="1"/>
          </p:cNvSpPr>
          <p:nvPr>
            <p:ph type="sldNum" sz="quarter" idx="12"/>
          </p:nvPr>
        </p:nvSpPr>
        <p:spPr/>
        <p:txBody>
          <a:bodyPr/>
          <a:lstStyle/>
          <a:p>
            <a:fld id="{0798D939-2D9E-2142-A80A-FFDECD1E5A9B}" type="slidenum">
              <a:rPr lang="en-US" smtClean="0"/>
              <a:t>‹#›</a:t>
            </a:fld>
            <a:endParaRPr lang="en-US"/>
          </a:p>
        </p:txBody>
      </p:sp>
      <p:sp>
        <p:nvSpPr>
          <p:cNvPr id="8"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840432" y="274638"/>
            <a:ext cx="76200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40432"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432"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2832"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02832"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D3575FE-2CC2-2845-A91B-203C440E7198}" type="datetimeFigureOut">
              <a:rPr lang="en-US" smtClean="0"/>
              <a:t>8/26/25</a:t>
            </a:fld>
            <a:endParaRPr lang="en-US"/>
          </a:p>
        </p:txBody>
      </p:sp>
      <p:sp>
        <p:nvSpPr>
          <p:cNvPr id="9" name="Slide Number Placeholder 8"/>
          <p:cNvSpPr>
            <a:spLocks noGrp="1"/>
          </p:cNvSpPr>
          <p:nvPr>
            <p:ph type="sldNum" sz="quarter" idx="12"/>
          </p:nvPr>
        </p:nvSpPr>
        <p:spPr/>
        <p:txBody>
          <a:bodyPr/>
          <a:lstStyle/>
          <a:p>
            <a:fld id="{0798D939-2D9E-2142-A80A-FFDECD1E5A9B}" type="slidenum">
              <a:rPr lang="en-US" smtClean="0"/>
              <a:t>‹#›</a:t>
            </a:fld>
            <a:endParaRPr lang="en-US"/>
          </a:p>
        </p:txBody>
      </p:sp>
      <p:sp>
        <p:nvSpPr>
          <p:cNvPr id="10" name="Footer Placeholder 4"/>
          <p:cNvSpPr>
            <a:spLocks noGrp="1"/>
          </p:cNvSpPr>
          <p:nvPr>
            <p:ph type="ftr" sz="quarter" idx="1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2440" y="274638"/>
            <a:ext cx="76200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DD3575FE-2CC2-2845-A91B-203C440E7198}" type="datetimeFigureOut">
              <a:rPr lang="en-US" smtClean="0"/>
              <a:t>8/26/25</a:t>
            </a:fld>
            <a:endParaRPr lang="en-US"/>
          </a:p>
        </p:txBody>
      </p:sp>
      <p:sp>
        <p:nvSpPr>
          <p:cNvPr id="7" name="Slide Number Placeholder 6"/>
          <p:cNvSpPr>
            <a:spLocks noGrp="1"/>
          </p:cNvSpPr>
          <p:nvPr>
            <p:ph type="sldNum" sz="quarter" idx="12"/>
          </p:nvPr>
        </p:nvSpPr>
        <p:spPr/>
        <p:txBody>
          <a:bodyPr/>
          <a:lstStyle/>
          <a:p>
            <a:fld id="{0798D939-2D9E-2142-A80A-FFDECD1E5A9B}" type="slidenum">
              <a:rPr lang="en-US" smtClean="0"/>
              <a:t>‹#›</a:t>
            </a:fld>
            <a:endParaRPr lang="en-US"/>
          </a:p>
        </p:txBody>
      </p:sp>
      <p:sp>
        <p:nvSpPr>
          <p:cNvPr id="9"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3575FE-2CC2-2845-A91B-203C440E7198}" type="datetimeFigureOut">
              <a:rPr lang="en-US" smtClean="0"/>
              <a:t>8/26/25</a:t>
            </a:fld>
            <a:endParaRPr lang="en-US"/>
          </a:p>
        </p:txBody>
      </p:sp>
      <p:sp>
        <p:nvSpPr>
          <p:cNvPr id="4" name="Slide Number Placeholder 3"/>
          <p:cNvSpPr>
            <a:spLocks noGrp="1"/>
          </p:cNvSpPr>
          <p:nvPr>
            <p:ph type="sldNum" sz="quarter" idx="12"/>
          </p:nvPr>
        </p:nvSpPr>
        <p:spPr/>
        <p:txBody>
          <a:bodyPr/>
          <a:lstStyle/>
          <a:p>
            <a:fld id="{0798D939-2D9E-2142-A80A-FFDECD1E5A9B}" type="slidenum">
              <a:rPr lang="en-US" smtClean="0"/>
              <a:t>‹#›</a:t>
            </a:fld>
            <a:endParaRPr lang="en-US"/>
          </a:p>
        </p:txBody>
      </p:sp>
      <p:sp>
        <p:nvSpPr>
          <p:cNvPr id="5"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976064" y="5315288"/>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976062" y="5915744"/>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3575FE-2CC2-2845-A91B-203C440E7198}" type="datetimeFigureOut">
              <a:rPr lang="en-US" smtClean="0"/>
              <a:t>8/26/25</a:t>
            </a:fld>
            <a:endParaRPr lang="en-US"/>
          </a:p>
        </p:txBody>
      </p:sp>
      <p:sp>
        <p:nvSpPr>
          <p:cNvPr id="7" name="Slide Number Placeholder 6"/>
          <p:cNvSpPr>
            <a:spLocks noGrp="1"/>
          </p:cNvSpPr>
          <p:nvPr>
            <p:ph type="sldNum" sz="quarter" idx="12"/>
          </p:nvPr>
        </p:nvSpPr>
        <p:spPr/>
        <p:txBody>
          <a:bodyPr/>
          <a:lstStyle/>
          <a:p>
            <a:fld id="{0798D939-2D9E-2142-A80A-FFDECD1E5A9B}" type="slidenum">
              <a:rPr lang="en-US" smtClean="0"/>
              <a:t>‹#›</a:t>
            </a:fld>
            <a:endParaRPr lang="en-US"/>
          </a:p>
        </p:txBody>
      </p:sp>
      <p:sp>
        <p:nvSpPr>
          <p:cNvPr id="9" name="Content Placeholder 8"/>
          <p:cNvSpPr>
            <a:spLocks noGrp="1"/>
          </p:cNvSpPr>
          <p:nvPr>
            <p:ph sz="quarter" idx="13"/>
          </p:nvPr>
        </p:nvSpPr>
        <p:spPr>
          <a:xfrm>
            <a:off x="976063" y="200744"/>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952056" y="5085184"/>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650304" y="0"/>
            <a:ext cx="8458200" cy="494116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952056" y="5685906"/>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DD3575FE-2CC2-2845-A91B-203C440E7198}" type="datetimeFigureOut">
              <a:rPr lang="en-US" smtClean="0"/>
              <a:t>8/26/25</a:t>
            </a:fld>
            <a:endParaRPr lang="en-US"/>
          </a:p>
        </p:txBody>
      </p:sp>
      <p:sp>
        <p:nvSpPr>
          <p:cNvPr id="9" name="Slide Number Placeholder 8"/>
          <p:cNvSpPr>
            <a:spLocks noGrp="1"/>
          </p:cNvSpPr>
          <p:nvPr>
            <p:ph type="sldNum" sz="quarter" idx="11"/>
          </p:nvPr>
        </p:nvSpPr>
        <p:spPr/>
        <p:txBody>
          <a:bodyPr/>
          <a:lstStyle/>
          <a:p>
            <a:fld id="{0798D939-2D9E-2142-A80A-FFDECD1E5A9B}" type="slidenum">
              <a:rPr lang="en-US" smtClean="0"/>
              <a:t>‹#›</a:t>
            </a:fld>
            <a:endParaRPr lang="en-US"/>
          </a:p>
        </p:txBody>
      </p:sp>
      <p:sp>
        <p:nvSpPr>
          <p:cNvPr id="11"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984448" y="1556792"/>
            <a:ext cx="7620000" cy="46805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3575FE-2CC2-2845-A91B-203C440E7198}" type="datetimeFigureOut">
              <a:rPr lang="en-US" smtClean="0"/>
              <a:t>8/26/25</a:t>
            </a:fld>
            <a:endParaRPr lang="en-US"/>
          </a:p>
        </p:txBody>
      </p:sp>
      <p:sp>
        <p:nvSpPr>
          <p:cNvPr id="6" name="Slide Number Placeholder 5"/>
          <p:cNvSpPr>
            <a:spLocks noGrp="1"/>
          </p:cNvSpPr>
          <p:nvPr>
            <p:ph type="sldNum" sz="quarter" idx="12"/>
          </p:nvPr>
        </p:nvSpPr>
        <p:spPr/>
        <p:txBody>
          <a:bodyPr/>
          <a:lstStyle/>
          <a:p>
            <a:fld id="{0798D939-2D9E-2142-A80A-FFDECD1E5A9B}" type="slidenum">
              <a:rPr lang="en-US" smtClean="0"/>
              <a:t>‹#›</a:t>
            </a:fld>
            <a:endParaRPr lang="en-US"/>
          </a:p>
        </p:txBody>
      </p:sp>
      <p:sp>
        <p:nvSpPr>
          <p:cNvPr id="7"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67872"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95672"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3575FE-2CC2-2845-A91B-203C440E7198}" type="datetimeFigureOut">
              <a:rPr lang="en-US" smtClean="0"/>
              <a:t>8/26/25</a:t>
            </a:fld>
            <a:endParaRPr lang="en-US"/>
          </a:p>
        </p:txBody>
      </p:sp>
      <p:sp>
        <p:nvSpPr>
          <p:cNvPr id="6" name="Slide Number Placeholder 5"/>
          <p:cNvSpPr>
            <a:spLocks noGrp="1"/>
          </p:cNvSpPr>
          <p:nvPr>
            <p:ph type="sldNum" sz="quarter" idx="12"/>
          </p:nvPr>
        </p:nvSpPr>
        <p:spPr/>
        <p:txBody>
          <a:bodyPr/>
          <a:lstStyle/>
          <a:p>
            <a:fld id="{0798D939-2D9E-2142-A80A-FFDECD1E5A9B}" type="slidenum">
              <a:rPr lang="en-US" smtClean="0"/>
              <a:t>‹#›</a:t>
            </a:fld>
            <a:endParaRPr lang="en-US"/>
          </a:p>
        </p:txBody>
      </p:sp>
      <p:sp>
        <p:nvSpPr>
          <p:cNvPr id="7"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Slide Number Placeholder 2"/>
          <p:cNvSpPr>
            <a:spLocks noGrp="1"/>
          </p:cNvSpPr>
          <p:nvPr>
            <p:ph type="sldNum" sz="quarter" idx="10"/>
          </p:nvPr>
        </p:nvSpPr>
        <p:spPr/>
        <p:txBody>
          <a:bodyPr/>
          <a:lstStyle/>
          <a:p>
            <a:fld id="{0798D939-2D9E-2142-A80A-FFDECD1E5A9B}" type="slidenum">
              <a:rPr lang="en-US" smtClean="0"/>
              <a:t>‹#›</a:t>
            </a:fld>
            <a:endParaRPr lang="en-US"/>
          </a:p>
        </p:txBody>
      </p:sp>
      <p:sp>
        <p:nvSpPr>
          <p:cNvPr id="5" name="Date Placeholder 4"/>
          <p:cNvSpPr>
            <a:spLocks noGrp="1"/>
          </p:cNvSpPr>
          <p:nvPr>
            <p:ph type="dt" sz="half" idx="12"/>
          </p:nvPr>
        </p:nvSpPr>
        <p:spPr/>
        <p:txBody>
          <a:bodyPr/>
          <a:lstStyle/>
          <a:p>
            <a:fld id="{DD3575FE-2CC2-2845-A91B-203C440E7198}" type="datetimeFigureOut">
              <a:rPr lang="en-US" smtClean="0"/>
              <a:t>8/26/25</a:t>
            </a:fld>
            <a:endParaRPr lang="en-US"/>
          </a:p>
        </p:txBody>
      </p:sp>
      <p:sp>
        <p:nvSpPr>
          <p:cNvPr id="6"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Last slide 2" preserve="1">
  <p:cSld name="Last slide 2">
    <p:bg>
      <p:bgPr>
        <a:solidFill>
          <a:srgbClr val="009999"/>
        </a:solidFill>
        <a:effectLst/>
      </p:bgPr>
    </p:bg>
    <p:spTree>
      <p:nvGrpSpPr>
        <p:cNvPr id="1" name="Shape 144"/>
        <p:cNvGrpSpPr/>
        <p:nvPr/>
      </p:nvGrpSpPr>
      <p:grpSpPr>
        <a:xfrm>
          <a:off x="0" y="0"/>
          <a:ext cx="0" cy="0"/>
          <a:chOff x="0" y="0"/>
          <a:chExt cx="0" cy="0"/>
        </a:xfrm>
      </p:grpSpPr>
      <p:sp>
        <p:nvSpPr>
          <p:cNvPr id="145" name="Google Shape;145;p21"/>
          <p:cNvSpPr txBox="1">
            <a:spLocks noGrp="1"/>
          </p:cNvSpPr>
          <p:nvPr>
            <p:ph type="dt" idx="10"/>
          </p:nvPr>
        </p:nvSpPr>
        <p:spPr>
          <a:xfrm rot="-5400000">
            <a:off x="-912843" y="5303549"/>
            <a:ext cx="2438400" cy="365700"/>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a:solidFill>
                  <a:schemeClr val="lt1"/>
                </a:solidFill>
                <a:latin typeface="Verdana"/>
                <a:ea typeface="Verdana"/>
                <a:cs typeface="Verdana"/>
                <a:sym typeface="Verdana"/>
              </a:defRPr>
            </a:lvl1pPr>
            <a:lvl2pPr marL="457200" marR="0" lvl="1"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L="914400" marR="0" lvl="2"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L="1371600" marR="0" lvl="3"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L="1828800" marR="0" lvl="4"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L="2286000" marR="0" lvl="5"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L="2743200" marR="0" lvl="6"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L="3200400" marR="0" lvl="7"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L="3657600" marR="0" lvl="8"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pic>
        <p:nvPicPr>
          <p:cNvPr id="146" name="Google Shape;146;p21" descr="Image result for website icon white"/>
          <p:cNvPicPr preferRelativeResize="0"/>
          <p:nvPr/>
        </p:nvPicPr>
        <p:blipFill rotWithShape="1">
          <a:blip r:embed="rId2">
            <a:alphaModFix/>
          </a:blip>
          <a:srcRect/>
          <a:stretch/>
        </p:blipFill>
        <p:spPr>
          <a:xfrm>
            <a:off x="1835696" y="2243336"/>
            <a:ext cx="540000" cy="540000"/>
          </a:xfrm>
          <a:prstGeom prst="rect">
            <a:avLst/>
          </a:prstGeom>
          <a:noFill/>
          <a:ln>
            <a:noFill/>
          </a:ln>
        </p:spPr>
      </p:pic>
      <p:sp>
        <p:nvSpPr>
          <p:cNvPr id="147" name="Google Shape;147;p21"/>
          <p:cNvSpPr txBox="1">
            <a:spLocks noGrp="1"/>
          </p:cNvSpPr>
          <p:nvPr>
            <p:ph type="ftr" idx="11"/>
          </p:nvPr>
        </p:nvSpPr>
        <p:spPr>
          <a:xfrm>
            <a:off x="649288" y="6481911"/>
            <a:ext cx="4786800" cy="374700"/>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a:solidFill>
                  <a:schemeClr val="lt1"/>
                </a:solidFill>
                <a:latin typeface="Verdana"/>
                <a:ea typeface="Verdana"/>
                <a:cs typeface="Verdana"/>
                <a:sym typeface="Verdana"/>
              </a:defRPr>
            </a:lvl1pPr>
            <a:lvl2pPr marL="457200" marR="0" lvl="1"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L="914400" marR="0" lvl="2"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L="1371600" marR="0" lvl="3"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L="1828800" marR="0" lvl="4"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L="2286000" marR="0" lvl="5"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L="2743200" marR="0" lvl="6"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L="3200400" marR="0" lvl="7"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L="3657600" marR="0" lvl="8"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148" name="Google Shape;148;p21"/>
          <p:cNvSpPr>
            <a:spLocks noGrp="1"/>
          </p:cNvSpPr>
          <p:nvPr>
            <p:ph type="sldNum" idx="12"/>
          </p:nvPr>
        </p:nvSpPr>
        <p:spPr>
          <a:xfrm>
            <a:off x="8559864" y="6453336"/>
            <a:ext cx="548700" cy="396300"/>
          </a:xfrm>
          <a:prstGeom prst="bracketPair">
            <a:avLst/>
          </a:prstGeom>
          <a:noFill/>
          <a:ln>
            <a:noFill/>
          </a:ln>
        </p:spPr>
        <p:txBody>
          <a:bodyPr spcFirstLastPara="1" wrap="square" lIns="0" tIns="0" rIns="0" bIns="0" anchor="ctr" anchorCtr="0">
            <a:noAutofit/>
          </a:bodyPr>
          <a:lstStyle>
            <a:lvl1pPr marL="0" marR="0" lvl="0" indent="0" algn="ctr" rtl="0">
              <a:spcBef>
                <a:spcPts val="0"/>
              </a:spcBef>
              <a:buNone/>
              <a:defRPr sz="1800">
                <a:solidFill>
                  <a:schemeClr val="lt1"/>
                </a:solidFill>
                <a:latin typeface="Verdana"/>
                <a:ea typeface="Verdana"/>
                <a:cs typeface="Verdana"/>
                <a:sym typeface="Verdana"/>
              </a:defRPr>
            </a:lvl1pPr>
            <a:lvl2pPr marL="0" marR="0" lvl="1" indent="0" algn="ctr" rtl="0">
              <a:spcBef>
                <a:spcPts val="0"/>
              </a:spcBef>
              <a:buNone/>
              <a:defRPr sz="1800">
                <a:solidFill>
                  <a:schemeClr val="lt1"/>
                </a:solidFill>
                <a:latin typeface="Verdana"/>
                <a:ea typeface="Verdana"/>
                <a:cs typeface="Verdana"/>
                <a:sym typeface="Verdana"/>
              </a:defRPr>
            </a:lvl2pPr>
            <a:lvl3pPr marL="0" marR="0" lvl="2" indent="0" algn="ctr" rtl="0">
              <a:spcBef>
                <a:spcPts val="0"/>
              </a:spcBef>
              <a:buNone/>
              <a:defRPr sz="1800">
                <a:solidFill>
                  <a:schemeClr val="lt1"/>
                </a:solidFill>
                <a:latin typeface="Verdana"/>
                <a:ea typeface="Verdana"/>
                <a:cs typeface="Verdana"/>
                <a:sym typeface="Verdana"/>
              </a:defRPr>
            </a:lvl3pPr>
            <a:lvl4pPr marL="0" marR="0" lvl="3" indent="0" algn="ctr" rtl="0">
              <a:spcBef>
                <a:spcPts val="0"/>
              </a:spcBef>
              <a:buNone/>
              <a:defRPr sz="1800">
                <a:solidFill>
                  <a:schemeClr val="lt1"/>
                </a:solidFill>
                <a:latin typeface="Verdana"/>
                <a:ea typeface="Verdana"/>
                <a:cs typeface="Verdana"/>
                <a:sym typeface="Verdana"/>
              </a:defRPr>
            </a:lvl4pPr>
            <a:lvl5pPr marL="0" marR="0" lvl="4" indent="0" algn="ctr" rtl="0">
              <a:spcBef>
                <a:spcPts val="0"/>
              </a:spcBef>
              <a:buNone/>
              <a:defRPr sz="1800">
                <a:solidFill>
                  <a:schemeClr val="lt1"/>
                </a:solidFill>
                <a:latin typeface="Verdana"/>
                <a:ea typeface="Verdana"/>
                <a:cs typeface="Verdana"/>
                <a:sym typeface="Verdana"/>
              </a:defRPr>
            </a:lvl5pPr>
            <a:lvl6pPr marL="0" marR="0" lvl="5" indent="0" algn="ctr" rtl="0">
              <a:spcBef>
                <a:spcPts val="0"/>
              </a:spcBef>
              <a:buNone/>
              <a:defRPr sz="1800">
                <a:solidFill>
                  <a:schemeClr val="lt1"/>
                </a:solidFill>
                <a:latin typeface="Verdana"/>
                <a:ea typeface="Verdana"/>
                <a:cs typeface="Verdana"/>
                <a:sym typeface="Verdana"/>
              </a:defRPr>
            </a:lvl6pPr>
            <a:lvl7pPr marL="0" marR="0" lvl="6" indent="0" algn="ctr" rtl="0">
              <a:spcBef>
                <a:spcPts val="0"/>
              </a:spcBef>
              <a:buNone/>
              <a:defRPr sz="1800">
                <a:solidFill>
                  <a:schemeClr val="lt1"/>
                </a:solidFill>
                <a:latin typeface="Verdana"/>
                <a:ea typeface="Verdana"/>
                <a:cs typeface="Verdana"/>
                <a:sym typeface="Verdana"/>
              </a:defRPr>
            </a:lvl7pPr>
            <a:lvl8pPr marL="0" marR="0" lvl="7" indent="0" algn="ctr" rtl="0">
              <a:spcBef>
                <a:spcPts val="0"/>
              </a:spcBef>
              <a:buNone/>
              <a:defRPr sz="1800">
                <a:solidFill>
                  <a:schemeClr val="lt1"/>
                </a:solidFill>
                <a:latin typeface="Verdana"/>
                <a:ea typeface="Verdana"/>
                <a:cs typeface="Verdana"/>
                <a:sym typeface="Verdana"/>
              </a:defRPr>
            </a:lvl8pPr>
            <a:lvl9pPr marL="0" marR="0" lvl="8" indent="0" algn="ctr" rtl="0">
              <a:spcBef>
                <a:spcPts val="0"/>
              </a:spcBef>
              <a:buNone/>
              <a:defRPr sz="1800">
                <a:solidFill>
                  <a:schemeClr val="lt1"/>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nl-NL"/>
              <a:t>‹#›</a:t>
            </a:fld>
            <a:endParaRPr/>
          </a:p>
        </p:txBody>
      </p:sp>
      <p:pic>
        <p:nvPicPr>
          <p:cNvPr id="149" name="Google Shape;149;p21"/>
          <p:cNvPicPr preferRelativeResize="0"/>
          <p:nvPr/>
        </p:nvPicPr>
        <p:blipFill rotWithShape="1">
          <a:blip r:embed="rId3">
            <a:alphaModFix/>
          </a:blip>
          <a:srcRect/>
          <a:stretch/>
        </p:blipFill>
        <p:spPr>
          <a:xfrm>
            <a:off x="1835696" y="2927472"/>
            <a:ext cx="576000" cy="576000"/>
          </a:xfrm>
          <a:prstGeom prst="rect">
            <a:avLst/>
          </a:prstGeom>
          <a:noFill/>
          <a:ln>
            <a:noFill/>
          </a:ln>
        </p:spPr>
      </p:pic>
      <p:pic>
        <p:nvPicPr>
          <p:cNvPr id="150" name="Google Shape;150;p21"/>
          <p:cNvPicPr preferRelativeResize="0"/>
          <p:nvPr/>
        </p:nvPicPr>
        <p:blipFill rotWithShape="1">
          <a:blip r:embed="rId4">
            <a:alphaModFix/>
          </a:blip>
          <a:srcRect/>
          <a:stretch/>
        </p:blipFill>
        <p:spPr>
          <a:xfrm>
            <a:off x="1856233" y="3719560"/>
            <a:ext cx="540000" cy="540000"/>
          </a:xfrm>
          <a:prstGeom prst="rect">
            <a:avLst/>
          </a:prstGeom>
          <a:noFill/>
          <a:ln>
            <a:noFill/>
          </a:ln>
        </p:spPr>
      </p:pic>
      <p:sp>
        <p:nvSpPr>
          <p:cNvPr id="151" name="Google Shape;151;p21"/>
          <p:cNvSpPr txBox="1"/>
          <p:nvPr/>
        </p:nvSpPr>
        <p:spPr>
          <a:xfrm>
            <a:off x="2588275" y="3835675"/>
            <a:ext cx="5121000" cy="3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nl-NL" sz="1400">
                <a:solidFill>
                  <a:schemeClr val="lt1"/>
                </a:solidFill>
                <a:latin typeface="Verdana"/>
                <a:ea typeface="Verdana"/>
                <a:cs typeface="Verdana"/>
                <a:sym typeface="Verdana"/>
              </a:rPr>
              <a:t>https://www.linkedin.com/groups/8635339</a:t>
            </a:r>
            <a:endParaRPr sz="1400">
              <a:solidFill>
                <a:schemeClr val="lt1"/>
              </a:solidFill>
              <a:latin typeface="Verdana"/>
              <a:ea typeface="Verdana"/>
              <a:cs typeface="Verdana"/>
              <a:sym typeface="Verdana"/>
            </a:endParaRPr>
          </a:p>
        </p:txBody>
      </p:sp>
      <p:sp>
        <p:nvSpPr>
          <p:cNvPr id="152" name="Google Shape;152;p21"/>
          <p:cNvSpPr txBox="1"/>
          <p:nvPr/>
        </p:nvSpPr>
        <p:spPr>
          <a:xfrm>
            <a:off x="2588275" y="3071488"/>
            <a:ext cx="5574300" cy="3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nl-NL" sz="1400">
                <a:solidFill>
                  <a:schemeClr val="lt1"/>
                </a:solidFill>
                <a:latin typeface="Verdana"/>
                <a:ea typeface="Verdana"/>
                <a:cs typeface="Verdana"/>
                <a:sym typeface="Verdana"/>
              </a:rPr>
              <a:t>https://github.com/organizations/DARTH-git</a:t>
            </a:r>
            <a:endParaRPr sz="1400">
              <a:solidFill>
                <a:schemeClr val="lt1"/>
              </a:solidFill>
              <a:latin typeface="Verdana"/>
              <a:ea typeface="Verdana"/>
              <a:cs typeface="Verdana"/>
              <a:sym typeface="Verdana"/>
            </a:endParaRPr>
          </a:p>
        </p:txBody>
      </p:sp>
      <p:sp>
        <p:nvSpPr>
          <p:cNvPr id="153" name="Google Shape;153;p21"/>
          <p:cNvSpPr txBox="1"/>
          <p:nvPr/>
        </p:nvSpPr>
        <p:spPr>
          <a:xfrm>
            <a:off x="653822" y="5807005"/>
            <a:ext cx="7850100" cy="646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nl-NL" sz="900" b="1" i="0" dirty="0">
                <a:solidFill>
                  <a:schemeClr val="lt1"/>
                </a:solidFill>
                <a:latin typeface="Verdana"/>
                <a:ea typeface="Verdana"/>
                <a:cs typeface="Verdana"/>
                <a:sym typeface="Verdana"/>
              </a:rPr>
              <a:t>© Copyright 2017, THE HOSPITAL FOR SICK CHILDREN AND THE COLLABORATING INSTITUTIONS.</a:t>
            </a:r>
            <a:r>
              <a:rPr lang="nl-NL" sz="900" b="0" i="0" dirty="0">
                <a:solidFill>
                  <a:schemeClr val="lt1"/>
                </a:solidFill>
                <a:latin typeface="Verdana"/>
                <a:ea typeface="Verdana"/>
                <a:cs typeface="Verdana"/>
                <a:sym typeface="Verdana"/>
              </a:rPr>
              <a:t> </a:t>
            </a:r>
            <a:endParaRPr dirty="0"/>
          </a:p>
          <a:p>
            <a:pPr marL="0" marR="0" lvl="0" indent="0" algn="l" rtl="0">
              <a:spcBef>
                <a:spcPts val="0"/>
              </a:spcBef>
              <a:spcAft>
                <a:spcPts val="0"/>
              </a:spcAft>
              <a:buNone/>
            </a:pPr>
            <a:r>
              <a:rPr lang="en-US" sz="900" b="0" i="0" kern="1200" dirty="0">
                <a:solidFill>
                  <a:schemeClr val="bg1"/>
                </a:solidFill>
                <a:effectLst/>
                <a:latin typeface="+mn-lt"/>
                <a:ea typeface="+mn-ea"/>
                <a:cs typeface="+mn-cs"/>
              </a:rPr>
              <a:t>All rights reserved in Canada, the United States and worldwide. Copyright, trademarks, trade names and any and all associated intellectual property are exclusively owned by THE HOSPITAL FOR Sick CHILDREN and the collaborating institutions. These materials may be used, reproduced, modified, distributed and adapted with proper attribution. </a:t>
            </a:r>
            <a:r>
              <a:rPr lang="nl-NL" sz="900" b="0" i="0" dirty="0">
                <a:solidFill>
                  <a:schemeClr val="lt1"/>
                </a:solidFill>
                <a:latin typeface="Verdana"/>
                <a:ea typeface="Verdana"/>
                <a:cs typeface="Verdana"/>
                <a:sym typeface="Verdana"/>
              </a:rPr>
              <a:t> </a:t>
            </a:r>
            <a:endParaRPr sz="900" dirty="0">
              <a:solidFill>
                <a:schemeClr val="lt1"/>
              </a:solidFill>
              <a:latin typeface="Verdana"/>
              <a:ea typeface="Verdana"/>
              <a:cs typeface="Verdana"/>
              <a:sym typeface="Verdana"/>
            </a:endParaRPr>
          </a:p>
        </p:txBody>
      </p:sp>
      <p:sp>
        <p:nvSpPr>
          <p:cNvPr id="154" name="Google Shape;154;p21"/>
          <p:cNvSpPr/>
          <p:nvPr/>
        </p:nvSpPr>
        <p:spPr>
          <a:xfrm>
            <a:off x="1815058" y="620688"/>
            <a:ext cx="7308300" cy="1188000"/>
          </a:xfrm>
          <a:prstGeom prst="rect">
            <a:avLst/>
          </a:prstGeom>
          <a:solidFill>
            <a:srgbClr val="FEF8F3"/>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4D99"/>
              </a:solidFill>
              <a:latin typeface="Verdana"/>
              <a:ea typeface="Verdana"/>
              <a:cs typeface="Verdana"/>
              <a:sym typeface="Verdana"/>
            </a:endParaRPr>
          </a:p>
        </p:txBody>
      </p:sp>
      <p:sp>
        <p:nvSpPr>
          <p:cNvPr id="155" name="Google Shape;155;p21"/>
          <p:cNvSpPr txBox="1"/>
          <p:nvPr/>
        </p:nvSpPr>
        <p:spPr>
          <a:xfrm>
            <a:off x="2588275" y="2363475"/>
            <a:ext cx="5574300" cy="3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nl-NL">
                <a:solidFill>
                  <a:schemeClr val="lt1"/>
                </a:solidFill>
                <a:latin typeface="Verdana"/>
                <a:ea typeface="Verdana"/>
                <a:cs typeface="Verdana"/>
                <a:sym typeface="Verdana"/>
              </a:rPr>
              <a:t>http://darthworkgroup.com/</a:t>
            </a:r>
            <a:endParaRPr sz="1400">
              <a:solidFill>
                <a:schemeClr val="lt1"/>
              </a:solidFill>
              <a:latin typeface="Verdana"/>
              <a:ea typeface="Verdana"/>
              <a:cs typeface="Verdana"/>
              <a:sym typeface="Verdana"/>
            </a:endParaRPr>
          </a:p>
        </p:txBody>
      </p:sp>
      <p:sp>
        <p:nvSpPr>
          <p:cNvPr id="156" name="Google Shape;156;p21"/>
          <p:cNvSpPr txBox="1"/>
          <p:nvPr/>
        </p:nvSpPr>
        <p:spPr>
          <a:xfrm>
            <a:off x="2588275" y="4577563"/>
            <a:ext cx="5121000" cy="3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nl-NL">
                <a:solidFill>
                  <a:schemeClr val="lt1"/>
                </a:solidFill>
                <a:latin typeface="Verdana"/>
                <a:ea typeface="Verdana"/>
                <a:cs typeface="Verdana"/>
                <a:sym typeface="Verdana"/>
              </a:rPr>
              <a:t>@DARTHworkgroup</a:t>
            </a:r>
            <a:endParaRPr sz="1400">
              <a:solidFill>
                <a:schemeClr val="lt1"/>
              </a:solidFill>
              <a:latin typeface="Verdana"/>
              <a:ea typeface="Verdana"/>
              <a:cs typeface="Verdana"/>
              <a:sym typeface="Verdana"/>
            </a:endParaRPr>
          </a:p>
        </p:txBody>
      </p:sp>
      <p:pic>
        <p:nvPicPr>
          <p:cNvPr id="157" name="Google Shape;157;p21"/>
          <p:cNvPicPr preferRelativeResize="0"/>
          <p:nvPr/>
        </p:nvPicPr>
        <p:blipFill>
          <a:blip r:embed="rId5">
            <a:alphaModFix/>
          </a:blip>
          <a:stretch>
            <a:fillRect/>
          </a:stretch>
        </p:blipFill>
        <p:spPr>
          <a:xfrm>
            <a:off x="1835700" y="4475625"/>
            <a:ext cx="576000" cy="5760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327704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ast slide">
    <p:bg>
      <p:bgPr>
        <a:solidFill>
          <a:srgbClr val="009999"/>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D3575FE-2CC2-2845-A91B-203C440E7198}" type="datetimeFigureOut">
              <a:rPr lang="en-US" smtClean="0"/>
              <a:t>8/26/25</a:t>
            </a:fld>
            <a:endParaRPr lang="en-US"/>
          </a:p>
        </p:txBody>
      </p:sp>
      <p:pic>
        <p:nvPicPr>
          <p:cNvPr id="10" name="Picture 2"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40770" y="2279647"/>
            <a:ext cx="570926" cy="432000"/>
          </a:xfrm>
          <a:prstGeom prst="rect">
            <a:avLst/>
          </a:prstGeom>
          <a:noFill/>
          <a:extLst>
            <a:ext uri="{909E8E84-426E-40dd-AFC4-6F175D3DCCD1}">
              <a14:hiddenFill xmlns="" xmlns:a14="http://schemas.microsoft.com/office/drawing/2010/main">
                <a:solidFill>
                  <a:srgbClr val="FFFFFF"/>
                </a:solidFill>
              </a14:hiddenFill>
            </a:ext>
          </a:extLst>
        </p:spPr>
      </p:pic>
      <p:pic>
        <p:nvPicPr>
          <p:cNvPr id="11" name="Picture 4" descr="Image result for website icon whit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35696" y="2852936"/>
            <a:ext cx="540000" cy="540000"/>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chemeClr val="bg1"/>
                </a:solidFill>
              </a:defRPr>
            </a:lvl1pPr>
          </a:lstStyle>
          <a:p>
            <a:endParaRPr lang="en-US"/>
          </a:p>
        </p:txBody>
      </p:sp>
      <p:sp>
        <p:nvSpPr>
          <p:cNvPr id="14" name="Slide Number Placeholder 2"/>
          <p:cNvSpPr>
            <a:spLocks noGrp="1"/>
          </p:cNvSpPr>
          <p:nvPr>
            <p:ph type="sldNum" sz="quarter" idx="11"/>
          </p:nvPr>
        </p:nvSpPr>
        <p:spPr>
          <a:xfrm>
            <a:off x="8559864" y="6453336"/>
            <a:ext cx="548640" cy="396240"/>
          </a:xfrm>
          <a:ln>
            <a:noFill/>
          </a:ln>
        </p:spPr>
        <p:txBody>
          <a:bodyPr/>
          <a:lstStyle>
            <a:lvl1pPr>
              <a:defRPr>
                <a:solidFill>
                  <a:schemeClr val="bg1"/>
                </a:solidFill>
              </a:defRPr>
            </a:lvl1pPr>
          </a:lstStyle>
          <a:p>
            <a:fld id="{0798D939-2D9E-2142-A80A-FFDECD1E5A9B}" type="slidenum">
              <a:rPr lang="en-US" smtClean="0"/>
              <a:t>‹#›</a:t>
            </a:fld>
            <a:endParaRPr lang="en-US"/>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5696" y="3537072"/>
            <a:ext cx="576000" cy="576000"/>
          </a:xfrm>
          <a:prstGeom prst="rect">
            <a:avLst/>
          </a:prstGeom>
        </p:spPr>
      </p:pic>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56233" y="4329160"/>
            <a:ext cx="540000" cy="540000"/>
          </a:xfrm>
          <a:prstGeom prst="rect">
            <a:avLst/>
          </a:prstGeom>
        </p:spPr>
      </p:pic>
      <p:sp>
        <p:nvSpPr>
          <p:cNvPr id="18" name="TextBox 17"/>
          <p:cNvSpPr txBox="1"/>
          <p:nvPr/>
        </p:nvSpPr>
        <p:spPr>
          <a:xfrm>
            <a:off x="2588275" y="4445271"/>
            <a:ext cx="4134172" cy="307777"/>
          </a:xfrm>
          <a:prstGeom prst="rect">
            <a:avLst/>
          </a:prstGeom>
          <a:noFill/>
        </p:spPr>
        <p:txBody>
          <a:bodyPr wrap="square" rtlCol="0">
            <a:spAutoFit/>
          </a:bodyPr>
          <a:lstStyle/>
          <a:p>
            <a:r>
              <a:rPr lang="en-GB" sz="1400" dirty="0">
                <a:solidFill>
                  <a:schemeClr val="bg1"/>
                </a:solidFill>
              </a:rPr>
              <a:t>https://www.linkedin.com/groups/8635339</a:t>
            </a:r>
          </a:p>
        </p:txBody>
      </p:sp>
      <p:sp>
        <p:nvSpPr>
          <p:cNvPr id="19" name="TextBox 18"/>
          <p:cNvSpPr txBox="1"/>
          <p:nvPr/>
        </p:nvSpPr>
        <p:spPr>
          <a:xfrm>
            <a:off x="2588275" y="3681088"/>
            <a:ext cx="5574332" cy="307777"/>
          </a:xfrm>
          <a:prstGeom prst="rect">
            <a:avLst/>
          </a:prstGeom>
          <a:noFill/>
        </p:spPr>
        <p:txBody>
          <a:bodyPr wrap="square" rtlCol="0">
            <a:spAutoFit/>
          </a:bodyPr>
          <a:lstStyle/>
          <a:p>
            <a:r>
              <a:rPr lang="en-GB" sz="1400" dirty="0">
                <a:solidFill>
                  <a:schemeClr val="bg1"/>
                </a:solidFill>
              </a:rPr>
              <a:t>https://github.com/organizations/DARTH-git</a:t>
            </a:r>
          </a:p>
        </p:txBody>
      </p:sp>
      <p:sp>
        <p:nvSpPr>
          <p:cNvPr id="22" name="TextBox 21"/>
          <p:cNvSpPr txBox="1"/>
          <p:nvPr/>
        </p:nvSpPr>
        <p:spPr>
          <a:xfrm>
            <a:off x="653822" y="5807005"/>
            <a:ext cx="7850043" cy="646331"/>
          </a:xfrm>
          <a:prstGeom prst="rect">
            <a:avLst/>
          </a:prstGeom>
          <a:noFill/>
        </p:spPr>
        <p:txBody>
          <a:bodyPr wrap="square" rtlCol="0">
            <a:spAutoFit/>
          </a:bodyPr>
          <a:lstStyle/>
          <a:p>
            <a:r>
              <a:rPr lang="en-US" sz="900" b="1" i="0" kern="1200" dirty="0">
                <a:solidFill>
                  <a:schemeClr val="bg1"/>
                </a:solidFill>
                <a:effectLst/>
                <a:latin typeface="+mn-lt"/>
                <a:ea typeface="+mn-ea"/>
                <a:cs typeface="+mn-cs"/>
              </a:rPr>
              <a:t>© Copyright 2017, THE HOSPITAL FOR SICK CHILDREN AND THE COLLABORATING INSTITUTIONS.</a:t>
            </a:r>
            <a:r>
              <a:rPr lang="en-US" sz="900" b="0" i="0" kern="1200" dirty="0">
                <a:solidFill>
                  <a:schemeClr val="bg1"/>
                </a:solidFill>
                <a:effectLst/>
                <a:latin typeface="+mn-lt"/>
                <a:ea typeface="+mn-ea"/>
                <a:cs typeface="+mn-cs"/>
              </a:rPr>
              <a:t> </a:t>
            </a:r>
          </a:p>
          <a:p>
            <a:r>
              <a:rPr lang="en-US" sz="900" b="0" i="0" kern="1200" dirty="0">
                <a:solidFill>
                  <a:schemeClr val="bg1"/>
                </a:solidFill>
                <a:effectLst/>
                <a:latin typeface="+mn-lt"/>
                <a:ea typeface="+mn-ea"/>
                <a:cs typeface="+mn-cs"/>
              </a:rPr>
              <a:t>All rights reserved in Canada, the United States and worldwide. Copyright, trademarks, trade names and any and all associated intellectual property are exclusively owned by THE HOSPITAL FOR Sick CHILDREN and the collaborating institutions. These materials may be used, reproduced, modified, distributed and adapted with proper attribution.  </a:t>
            </a:r>
            <a:endParaRPr lang="en-GB" sz="900" dirty="0">
              <a:solidFill>
                <a:schemeClr val="bg1"/>
              </a:solidFill>
            </a:endParaRPr>
          </a:p>
        </p:txBody>
      </p:sp>
      <p:sp>
        <p:nvSpPr>
          <p:cNvPr id="25" name="Rectangle 24"/>
          <p:cNvSpPr/>
          <p:nvPr/>
        </p:nvSpPr>
        <p:spPr>
          <a:xfrm>
            <a:off x="1815058" y="620688"/>
            <a:ext cx="7308304" cy="1188132"/>
          </a:xfrm>
          <a:prstGeom prst="rect">
            <a:avLst/>
          </a:prstGeom>
          <a:solidFill>
            <a:srgbClr val="FEF8F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4D99"/>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71600" y="274638"/>
            <a:ext cx="7620000" cy="1143000"/>
          </a:xfrm>
          <a:prstGeom prst="rect">
            <a:avLst/>
          </a:prstGeom>
        </p:spPr>
        <p:txBody>
          <a:bodyPr vert="horz" lIns="91440" tIns="45720" rIns="91440" bIns="45720" rtlCol="0" anchor="ctr">
            <a:noAutofit/>
          </a:bodyPr>
          <a:lstStyle/>
          <a:p>
            <a:r>
              <a:rPr lang="nl-NL"/>
              <a:t>Titelstijl van model bewerken</a:t>
            </a:r>
            <a:endParaRPr lang="en-US" dirty="0"/>
          </a:p>
        </p:txBody>
      </p:sp>
      <p:sp>
        <p:nvSpPr>
          <p:cNvPr id="3" name="Text Placeholder 2"/>
          <p:cNvSpPr>
            <a:spLocks noGrp="1"/>
          </p:cNvSpPr>
          <p:nvPr>
            <p:ph type="body" idx="1"/>
          </p:nvPr>
        </p:nvSpPr>
        <p:spPr>
          <a:xfrm>
            <a:off x="984448" y="1600200"/>
            <a:ext cx="7620000" cy="4800600"/>
          </a:xfrm>
          <a:prstGeom prst="rect">
            <a:avLst/>
          </a:prstGeom>
        </p:spPr>
        <p:txBody>
          <a:bodyPr vert="horz" lIns="91440" tIns="45720" rIns="91440" bIns="45720" rtlCol="0">
            <a:normAutofit/>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7" name="Rectangle 6"/>
          <p:cNvSpPr/>
          <p:nvPr/>
        </p:nvSpPr>
        <p:spPr>
          <a:xfrm>
            <a:off x="-22817" y="0"/>
            <a:ext cx="685800" cy="6859728"/>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p:cNvSpPr>
            <a:spLocks noGrp="1"/>
          </p:cNvSpPr>
          <p:nvPr>
            <p:ph type="sldNum" sz="quarter" idx="4"/>
          </p:nvPr>
        </p:nvSpPr>
        <p:spPr>
          <a:xfrm>
            <a:off x="8559864" y="6453336"/>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009999"/>
                </a:solidFill>
              </a:defRPr>
            </a:lvl1pPr>
          </a:lstStyle>
          <a:p>
            <a:fld id="{0798D939-2D9E-2142-A80A-FFDECD1E5A9B}" type="slidenum">
              <a:rPr lang="en-US" smtClean="0"/>
              <a:t>‹#›</a:t>
            </a:fld>
            <a:endParaRPr lang="en-US"/>
          </a:p>
        </p:txBody>
      </p:sp>
      <p:sp>
        <p:nvSpPr>
          <p:cNvPr id="5" name="Footer Placeholder 4"/>
          <p:cNvSpPr>
            <a:spLocks noGrp="1"/>
          </p:cNvSpPr>
          <p:nvPr>
            <p:ph type="ftr" sz="quarter" idx="3"/>
          </p:nvPr>
        </p:nvSpPr>
        <p:spPr>
          <a:xfrm>
            <a:off x="649288" y="6481911"/>
            <a:ext cx="6298976"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
        <p:nvSpPr>
          <p:cNvPr id="4" name="Date Placeholder 3"/>
          <p:cNvSpPr>
            <a:spLocks noGrp="1"/>
          </p:cNvSpPr>
          <p:nvPr>
            <p:ph type="dt" sz="half" idx="2"/>
          </p:nvPr>
        </p:nvSpPr>
        <p:spPr>
          <a:xfrm rot="16200000">
            <a:off x="-912812" y="5303520"/>
            <a:ext cx="2438399" cy="365760"/>
          </a:xfrm>
          <a:prstGeom prst="rect">
            <a:avLst/>
          </a:prstGeom>
        </p:spPr>
        <p:txBody>
          <a:bodyPr vert="horz" lIns="91440" tIns="45720" rIns="91440" bIns="45720" rtlCol="0" anchor="ctr"/>
          <a:lstStyle>
            <a:lvl1pPr algn="l">
              <a:defRPr sz="1200">
                <a:solidFill>
                  <a:schemeClr val="bg1"/>
                </a:solidFill>
              </a:defRPr>
            </a:lvl1pPr>
          </a:lstStyle>
          <a:p>
            <a:fld id="{DD3575FE-2CC2-2845-A91B-203C440E7198}" type="datetimeFigureOut">
              <a:rPr lang="en-US" smtClean="0"/>
              <a:t>8/26/25</a:t>
            </a:fld>
            <a:endParaRPr lang="en-US"/>
          </a:p>
        </p:txBody>
      </p:sp>
    </p:spTree>
    <p:extLst>
      <p:ext uri="{BB962C8B-B14F-4D97-AF65-F5344CB8AC3E}">
        <p14:creationId xmlns:p14="http://schemas.microsoft.com/office/powerpoint/2010/main" val="126904480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8" r:id="rId15"/>
    <p:sldLayoutId id="2147483705" r:id="rId16"/>
  </p:sldLayoutIdLst>
  <p:txStyles>
    <p:titleStyle>
      <a:lvl1pPr algn="l" defTabSz="914400" rtl="0" eaLnBrk="1" latinLnBrk="0" hangingPunct="1">
        <a:spcBef>
          <a:spcPct val="0"/>
        </a:spcBef>
        <a:buNone/>
        <a:defRPr sz="4600" kern="1200" cap="none" spc="-100" baseline="0">
          <a:ln>
            <a:noFill/>
          </a:ln>
          <a:solidFill>
            <a:schemeClr val="tx1"/>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SzPct val="100000"/>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SzPct val="100000"/>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SzPct val="100000"/>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SzPct val="100000"/>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SzPct val="100000"/>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hyperlink" Target="https://github.com/DARTH-git/darthpack"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4" Type="http://schemas.openxmlformats.org/officeDocument/2006/relationships/image" Target="../media/image28.gif"/></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F3E90-A108-4E45-974E-336E299B1122}"/>
              </a:ext>
            </a:extLst>
          </p:cNvPr>
          <p:cNvSpPr>
            <a:spLocks noGrp="1"/>
          </p:cNvSpPr>
          <p:nvPr>
            <p:ph type="ctrTitle"/>
          </p:nvPr>
        </p:nvSpPr>
        <p:spPr/>
        <p:txBody>
          <a:bodyPr/>
          <a:lstStyle/>
          <a:p>
            <a:r>
              <a:rPr lang="en-CA" dirty="0"/>
              <a:t>Naming Variables in R	</a:t>
            </a:r>
          </a:p>
        </p:txBody>
      </p:sp>
      <p:sp>
        <p:nvSpPr>
          <p:cNvPr id="3" name="Subtitle 2">
            <a:extLst>
              <a:ext uri="{FF2B5EF4-FFF2-40B4-BE49-F238E27FC236}">
                <a16:creationId xmlns:a16="http://schemas.microsoft.com/office/drawing/2014/main" id="{CC6C26BE-B99D-4233-8CF9-47A7F9CCB77E}"/>
              </a:ext>
            </a:extLst>
          </p:cNvPr>
          <p:cNvSpPr>
            <a:spLocks noGrp="1"/>
          </p:cNvSpPr>
          <p:nvPr>
            <p:ph type="subTitle" idx="1"/>
          </p:nvPr>
        </p:nvSpPr>
        <p:spPr/>
        <p:txBody>
          <a:bodyPr>
            <a:normAutofit/>
          </a:bodyPr>
          <a:lstStyle/>
          <a:p>
            <a:r>
              <a:rPr lang="en-CA" dirty="0"/>
              <a:t>The DARTH workgroup</a:t>
            </a:r>
          </a:p>
          <a:p>
            <a:endParaRPr lang="en-CA" dirty="0"/>
          </a:p>
        </p:txBody>
      </p:sp>
    </p:spTree>
    <p:extLst>
      <p:ext uri="{BB962C8B-B14F-4D97-AF65-F5344CB8AC3E}">
        <p14:creationId xmlns:p14="http://schemas.microsoft.com/office/powerpoint/2010/main" val="338664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8B4D7-438B-4581-A50D-D593CDA933E0}"/>
              </a:ext>
            </a:extLst>
          </p:cNvPr>
          <p:cNvSpPr>
            <a:spLocks noGrp="1"/>
          </p:cNvSpPr>
          <p:nvPr>
            <p:ph type="title"/>
          </p:nvPr>
        </p:nvSpPr>
        <p:spPr/>
        <p:txBody>
          <a:bodyPr/>
          <a:lstStyle/>
          <a:p>
            <a:r>
              <a:rPr lang="en-CA" dirty="0"/>
              <a:t>Resources for today’s talk</a:t>
            </a:r>
          </a:p>
        </p:txBody>
      </p:sp>
      <p:pic>
        <p:nvPicPr>
          <p:cNvPr id="4" name="Content Placeholder 3">
            <a:extLst>
              <a:ext uri="{FF2B5EF4-FFF2-40B4-BE49-F238E27FC236}">
                <a16:creationId xmlns:a16="http://schemas.microsoft.com/office/drawing/2014/main" id="{B1C51E00-8712-4C1E-93A4-19A254A96032}"/>
              </a:ext>
            </a:extLst>
          </p:cNvPr>
          <p:cNvPicPr>
            <a:picLocks noGrp="1" noChangeAspect="1"/>
          </p:cNvPicPr>
          <p:nvPr>
            <p:ph idx="1"/>
          </p:nvPr>
        </p:nvPicPr>
        <p:blipFill rotWithShape="1">
          <a:blip r:embed="rId2"/>
          <a:srcRect r="5550" b="28322"/>
          <a:stretch/>
        </p:blipFill>
        <p:spPr>
          <a:xfrm>
            <a:off x="698471" y="2024246"/>
            <a:ext cx="8081497" cy="2669415"/>
          </a:xfrm>
          <a:prstGeom prst="rect">
            <a:avLst/>
          </a:prstGeom>
        </p:spPr>
      </p:pic>
      <p:pic>
        <p:nvPicPr>
          <p:cNvPr id="7" name="Picture 6">
            <a:extLst>
              <a:ext uri="{FF2B5EF4-FFF2-40B4-BE49-F238E27FC236}">
                <a16:creationId xmlns:a16="http://schemas.microsoft.com/office/drawing/2014/main" id="{4C68FDDB-E2A2-4BCD-9DB9-F595BC528E64}"/>
              </a:ext>
            </a:extLst>
          </p:cNvPr>
          <p:cNvPicPr>
            <a:picLocks noChangeAspect="1"/>
          </p:cNvPicPr>
          <p:nvPr/>
        </p:nvPicPr>
        <p:blipFill>
          <a:blip r:embed="rId3"/>
          <a:stretch>
            <a:fillRect/>
          </a:stretch>
        </p:blipFill>
        <p:spPr>
          <a:xfrm>
            <a:off x="6840887" y="5104620"/>
            <a:ext cx="1497263" cy="1320800"/>
          </a:xfrm>
          <a:prstGeom prst="rect">
            <a:avLst/>
          </a:prstGeom>
        </p:spPr>
      </p:pic>
      <p:sp>
        <p:nvSpPr>
          <p:cNvPr id="9" name="TextBox 8">
            <a:extLst>
              <a:ext uri="{FF2B5EF4-FFF2-40B4-BE49-F238E27FC236}">
                <a16:creationId xmlns:a16="http://schemas.microsoft.com/office/drawing/2014/main" id="{528DCF33-B730-4C12-A409-CE48FBA3BDCD}"/>
              </a:ext>
            </a:extLst>
          </p:cNvPr>
          <p:cNvSpPr txBox="1"/>
          <p:nvPr/>
        </p:nvSpPr>
        <p:spPr>
          <a:xfrm>
            <a:off x="986649" y="5503410"/>
            <a:ext cx="5762798" cy="523220"/>
          </a:xfrm>
          <a:prstGeom prst="rect">
            <a:avLst/>
          </a:prstGeom>
          <a:noFill/>
        </p:spPr>
        <p:txBody>
          <a:bodyPr wrap="square">
            <a:spAutoFit/>
          </a:bodyPr>
          <a:lstStyle/>
          <a:p>
            <a:r>
              <a:rPr lang="en-CA" sz="1400" dirty="0">
                <a:hlinkClick r:id="rId4"/>
              </a:rPr>
              <a:t>DARTH-git/</a:t>
            </a:r>
            <a:r>
              <a:rPr lang="en-CA" sz="1400" dirty="0" err="1">
                <a:hlinkClick r:id="rId4"/>
              </a:rPr>
              <a:t>darthpack</a:t>
            </a:r>
            <a:r>
              <a:rPr lang="en-CA" sz="1400" dirty="0">
                <a:hlinkClick r:id="rId4"/>
              </a:rPr>
              <a:t>: A decision-analytic modeling coding framework (github.com)</a:t>
            </a:r>
            <a:endParaRPr lang="en-CA" sz="1400" dirty="0"/>
          </a:p>
        </p:txBody>
      </p:sp>
    </p:spTree>
    <p:extLst>
      <p:ext uri="{BB962C8B-B14F-4D97-AF65-F5344CB8AC3E}">
        <p14:creationId xmlns:p14="http://schemas.microsoft.com/office/powerpoint/2010/main" val="2341361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reet fighter - What exactly is a Hadouken? - Science Fiction &amp; Fantasy  Stack Exchange">
            <a:extLst>
              <a:ext uri="{FF2B5EF4-FFF2-40B4-BE49-F238E27FC236}">
                <a16:creationId xmlns:a16="http://schemas.microsoft.com/office/drawing/2014/main" id="{3C57E64D-A07B-4DB2-BA39-6600514BF0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286" y="3158347"/>
            <a:ext cx="3711549" cy="208698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61AD315-A4F4-4FD1-A5C4-E5F235D4F2EF}"/>
              </a:ext>
            </a:extLst>
          </p:cNvPr>
          <p:cNvSpPr>
            <a:spLocks noGrp="1"/>
          </p:cNvSpPr>
          <p:nvPr>
            <p:ph type="title"/>
          </p:nvPr>
        </p:nvSpPr>
        <p:spPr/>
        <p:txBody>
          <a:bodyPr/>
          <a:lstStyle/>
          <a:p>
            <a:r>
              <a:rPr lang="en-CA" dirty="0"/>
              <a:t>Overview</a:t>
            </a:r>
          </a:p>
        </p:txBody>
      </p:sp>
      <p:sp>
        <p:nvSpPr>
          <p:cNvPr id="3" name="Content Placeholder 2">
            <a:extLst>
              <a:ext uri="{FF2B5EF4-FFF2-40B4-BE49-F238E27FC236}">
                <a16:creationId xmlns:a16="http://schemas.microsoft.com/office/drawing/2014/main" id="{9F71C8EB-4248-4540-806B-AE07CB80A558}"/>
              </a:ext>
            </a:extLst>
          </p:cNvPr>
          <p:cNvSpPr>
            <a:spLocks noGrp="1"/>
          </p:cNvSpPr>
          <p:nvPr>
            <p:ph idx="1"/>
          </p:nvPr>
        </p:nvSpPr>
        <p:spPr>
          <a:xfrm>
            <a:off x="3510203" y="2413549"/>
            <a:ext cx="4737408" cy="2729951"/>
          </a:xfrm>
        </p:spPr>
        <p:txBody>
          <a:bodyPr>
            <a:normAutofit/>
          </a:bodyPr>
          <a:lstStyle/>
          <a:p>
            <a:r>
              <a:rPr lang="en-CA" sz="2800" dirty="0"/>
              <a:t>Model structure</a:t>
            </a:r>
          </a:p>
          <a:p>
            <a:pPr lvl="2"/>
            <a:r>
              <a:rPr lang="en-CA" sz="2800" dirty="0"/>
              <a:t>File structure</a:t>
            </a:r>
          </a:p>
          <a:p>
            <a:pPr lvl="3"/>
            <a:r>
              <a:rPr lang="en-CA" sz="2800" dirty="0"/>
              <a:t>Variable structure</a:t>
            </a:r>
          </a:p>
          <a:p>
            <a:pPr lvl="2"/>
            <a:r>
              <a:rPr lang="en-CA" sz="2800" dirty="0"/>
              <a:t>Code structure</a:t>
            </a:r>
          </a:p>
          <a:p>
            <a:r>
              <a:rPr lang="en-CA" sz="2800" dirty="0" err="1"/>
              <a:t>Darthpack</a:t>
            </a:r>
            <a:r>
              <a:rPr lang="en-CA" sz="2800" dirty="0"/>
              <a:t> Package</a:t>
            </a:r>
          </a:p>
        </p:txBody>
      </p:sp>
    </p:spTree>
    <p:extLst>
      <p:ext uri="{BB962C8B-B14F-4D97-AF65-F5344CB8AC3E}">
        <p14:creationId xmlns:p14="http://schemas.microsoft.com/office/powerpoint/2010/main" val="3822800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46663-7CD1-4EE5-AB10-B0B486D44C6C}"/>
              </a:ext>
            </a:extLst>
          </p:cNvPr>
          <p:cNvSpPr>
            <a:spLocks noGrp="1"/>
          </p:cNvSpPr>
          <p:nvPr>
            <p:ph type="title"/>
          </p:nvPr>
        </p:nvSpPr>
        <p:spPr/>
        <p:txBody>
          <a:bodyPr/>
          <a:lstStyle/>
          <a:p>
            <a:r>
              <a:rPr lang="en-CA" dirty="0"/>
              <a:t>Model Structure</a:t>
            </a:r>
          </a:p>
        </p:txBody>
      </p:sp>
      <p:pic>
        <p:nvPicPr>
          <p:cNvPr id="4" name="Picture 3">
            <a:extLst>
              <a:ext uri="{FF2B5EF4-FFF2-40B4-BE49-F238E27FC236}">
                <a16:creationId xmlns:a16="http://schemas.microsoft.com/office/drawing/2014/main" id="{EBA95929-D4C8-42C9-B0AD-90134DC425FA}"/>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2136945" y="1315468"/>
            <a:ext cx="6896908" cy="3944064"/>
          </a:xfrm>
          <a:prstGeom prst="rect">
            <a:avLst/>
          </a:prstGeom>
        </p:spPr>
      </p:pic>
      <p:pic>
        <p:nvPicPr>
          <p:cNvPr id="5" name="Picture 4">
            <a:extLst>
              <a:ext uri="{FF2B5EF4-FFF2-40B4-BE49-F238E27FC236}">
                <a16:creationId xmlns:a16="http://schemas.microsoft.com/office/drawing/2014/main" id="{859AD5E6-833D-4BC4-BDF3-C285834BC9BC}"/>
              </a:ext>
            </a:extLst>
          </p:cNvPr>
          <p:cNvPicPr>
            <a:picLocks noChangeAspect="1"/>
          </p:cNvPicPr>
          <p:nvPr/>
        </p:nvPicPr>
        <p:blipFill rotWithShape="1">
          <a:blip r:embed="rId3"/>
          <a:srcRect l="26524" b="3733"/>
          <a:stretch/>
        </p:blipFill>
        <p:spPr>
          <a:xfrm>
            <a:off x="840432" y="2785549"/>
            <a:ext cx="2335876" cy="4072451"/>
          </a:xfrm>
          <a:prstGeom prst="rect">
            <a:avLst/>
          </a:prstGeom>
        </p:spPr>
      </p:pic>
    </p:spTree>
    <p:extLst>
      <p:ext uri="{BB962C8B-B14F-4D97-AF65-F5344CB8AC3E}">
        <p14:creationId xmlns:p14="http://schemas.microsoft.com/office/powerpoint/2010/main" val="3284942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E09D4-F8CC-4D4D-B05B-5C8EB137CBEC}"/>
              </a:ext>
            </a:extLst>
          </p:cNvPr>
          <p:cNvSpPr>
            <a:spLocks noGrp="1"/>
          </p:cNvSpPr>
          <p:nvPr>
            <p:ph type="title"/>
          </p:nvPr>
        </p:nvSpPr>
        <p:spPr/>
        <p:txBody>
          <a:bodyPr/>
          <a:lstStyle/>
          <a:p>
            <a:r>
              <a:rPr lang="en-CA" dirty="0"/>
              <a:t>Files structure</a:t>
            </a:r>
          </a:p>
        </p:txBody>
      </p:sp>
      <p:pic>
        <p:nvPicPr>
          <p:cNvPr id="1026" name="Picture 2" descr="RPROJ File Extension - What is an .rproj file and how do I open it?">
            <a:extLst>
              <a:ext uri="{FF2B5EF4-FFF2-40B4-BE49-F238E27FC236}">
                <a16:creationId xmlns:a16="http://schemas.microsoft.com/office/drawing/2014/main" id="{00FC181F-BFD8-4472-B86C-136492DEC9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148" y="2125266"/>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235809C-0DAA-4539-A162-0672DCF3DF8B}"/>
              </a:ext>
            </a:extLst>
          </p:cNvPr>
          <p:cNvPicPr>
            <a:picLocks noChangeAspect="1"/>
          </p:cNvPicPr>
          <p:nvPr/>
        </p:nvPicPr>
        <p:blipFill>
          <a:blip r:embed="rId3"/>
          <a:stretch>
            <a:fillRect/>
          </a:stretch>
        </p:blipFill>
        <p:spPr>
          <a:xfrm>
            <a:off x="3876652" y="2247901"/>
            <a:ext cx="4741508" cy="3468788"/>
          </a:xfrm>
          <a:prstGeom prst="rect">
            <a:avLst/>
          </a:prstGeom>
        </p:spPr>
      </p:pic>
      <p:sp>
        <p:nvSpPr>
          <p:cNvPr id="8" name="Rectangle 7">
            <a:extLst>
              <a:ext uri="{FF2B5EF4-FFF2-40B4-BE49-F238E27FC236}">
                <a16:creationId xmlns:a16="http://schemas.microsoft.com/office/drawing/2014/main" id="{D0180769-189F-4C60-AF85-1209E2EC631C}"/>
              </a:ext>
            </a:extLst>
          </p:cNvPr>
          <p:cNvSpPr/>
          <p:nvPr/>
        </p:nvSpPr>
        <p:spPr>
          <a:xfrm>
            <a:off x="2035038" y="2125266"/>
            <a:ext cx="7108963" cy="38083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a:p>
        </p:txBody>
      </p:sp>
      <p:pic>
        <p:nvPicPr>
          <p:cNvPr id="1028" name="Picture 4" descr="RStudio Projects and Working Directories: A Beginner's Guide – Musings on R  – A blog on all things R and Data Science by Martin Chan">
            <a:extLst>
              <a:ext uri="{FF2B5EF4-FFF2-40B4-BE49-F238E27FC236}">
                <a16:creationId xmlns:a16="http://schemas.microsoft.com/office/drawing/2014/main" id="{C41A6440-A3EF-44A4-821C-5F0AB91082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7292" y="2361132"/>
            <a:ext cx="2836008" cy="34260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1.8 Directory structure | An Introduction to R">
            <a:extLst>
              <a:ext uri="{FF2B5EF4-FFF2-40B4-BE49-F238E27FC236}">
                <a16:creationId xmlns:a16="http://schemas.microsoft.com/office/drawing/2014/main" id="{87FD9D06-5E7F-4700-A948-3EC63BD499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64201" y="2474363"/>
            <a:ext cx="2239643" cy="331281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4B7298F-AB89-4B9C-80F5-F224B6D87FC5}"/>
              </a:ext>
            </a:extLst>
          </p:cNvPr>
          <p:cNvPicPr>
            <a:picLocks noChangeAspect="1"/>
          </p:cNvPicPr>
          <p:nvPr/>
        </p:nvPicPr>
        <p:blipFill>
          <a:blip r:embed="rId6"/>
          <a:stretch>
            <a:fillRect/>
          </a:stretch>
        </p:blipFill>
        <p:spPr>
          <a:xfrm>
            <a:off x="1768189" y="2354123"/>
            <a:ext cx="7428383" cy="3468789"/>
          </a:xfrm>
          <a:prstGeom prst="rect">
            <a:avLst/>
          </a:prstGeom>
        </p:spPr>
      </p:pic>
      <p:sp>
        <p:nvSpPr>
          <p:cNvPr id="4" name="TextBox 3">
            <a:extLst>
              <a:ext uri="{FF2B5EF4-FFF2-40B4-BE49-F238E27FC236}">
                <a16:creationId xmlns:a16="http://schemas.microsoft.com/office/drawing/2014/main" id="{A628F02A-7658-4E48-8700-8B7BFE014903}"/>
              </a:ext>
            </a:extLst>
          </p:cNvPr>
          <p:cNvSpPr txBox="1"/>
          <p:nvPr/>
        </p:nvSpPr>
        <p:spPr>
          <a:xfrm>
            <a:off x="627280" y="3136716"/>
            <a:ext cx="1407758" cy="415498"/>
          </a:xfrm>
          <a:prstGeom prst="rect">
            <a:avLst/>
          </a:prstGeom>
          <a:noFill/>
        </p:spPr>
        <p:txBody>
          <a:bodyPr wrap="none" rtlCol="0">
            <a:spAutoFit/>
          </a:bodyPr>
          <a:lstStyle/>
          <a:p>
            <a:r>
              <a:rPr lang="en-CA" sz="2100" dirty="0"/>
              <a:t>R Project</a:t>
            </a:r>
          </a:p>
        </p:txBody>
      </p:sp>
    </p:spTree>
    <p:extLst>
      <p:ext uri="{BB962C8B-B14F-4D97-AF65-F5344CB8AC3E}">
        <p14:creationId xmlns:p14="http://schemas.microsoft.com/office/powerpoint/2010/main" val="385636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44C4A-EBD6-4D33-8E1F-ACB4A4B3F14F}"/>
              </a:ext>
            </a:extLst>
          </p:cNvPr>
          <p:cNvSpPr>
            <a:spLocks noGrp="1"/>
          </p:cNvSpPr>
          <p:nvPr>
            <p:ph type="title"/>
          </p:nvPr>
        </p:nvSpPr>
        <p:spPr/>
        <p:txBody>
          <a:bodyPr/>
          <a:lstStyle/>
          <a:p>
            <a:r>
              <a:rPr lang="en-CA" dirty="0"/>
              <a:t>Variable names structure</a:t>
            </a:r>
          </a:p>
        </p:txBody>
      </p:sp>
      <p:pic>
        <p:nvPicPr>
          <p:cNvPr id="6" name="Picture 5">
            <a:extLst>
              <a:ext uri="{FF2B5EF4-FFF2-40B4-BE49-F238E27FC236}">
                <a16:creationId xmlns:a16="http://schemas.microsoft.com/office/drawing/2014/main" id="{342219C6-5AB5-4156-9BB0-FC90F627CD12}"/>
              </a:ext>
            </a:extLst>
          </p:cNvPr>
          <p:cNvPicPr>
            <a:picLocks noChangeAspect="1"/>
          </p:cNvPicPr>
          <p:nvPr/>
        </p:nvPicPr>
        <p:blipFill>
          <a:blip r:embed="rId2"/>
          <a:stretch>
            <a:fillRect/>
          </a:stretch>
        </p:blipFill>
        <p:spPr>
          <a:xfrm>
            <a:off x="690113" y="1813821"/>
            <a:ext cx="5028197" cy="3862360"/>
          </a:xfrm>
          <a:prstGeom prst="rect">
            <a:avLst/>
          </a:prstGeom>
        </p:spPr>
      </p:pic>
      <p:pic>
        <p:nvPicPr>
          <p:cNvPr id="10" name="Picture 9">
            <a:extLst>
              <a:ext uri="{FF2B5EF4-FFF2-40B4-BE49-F238E27FC236}">
                <a16:creationId xmlns:a16="http://schemas.microsoft.com/office/drawing/2014/main" id="{B90D41C7-6710-4C22-9BD8-6F7A0FEDD149}"/>
              </a:ext>
            </a:extLst>
          </p:cNvPr>
          <p:cNvPicPr>
            <a:picLocks noChangeAspect="1"/>
          </p:cNvPicPr>
          <p:nvPr/>
        </p:nvPicPr>
        <p:blipFill>
          <a:blip r:embed="rId3"/>
          <a:stretch>
            <a:fillRect/>
          </a:stretch>
        </p:blipFill>
        <p:spPr>
          <a:xfrm>
            <a:off x="7317429" y="986948"/>
            <a:ext cx="1502279" cy="2163947"/>
          </a:xfrm>
          <a:prstGeom prst="rect">
            <a:avLst/>
          </a:prstGeom>
        </p:spPr>
      </p:pic>
      <p:pic>
        <p:nvPicPr>
          <p:cNvPr id="4" name="Content Placeholder 3">
            <a:extLst>
              <a:ext uri="{FF2B5EF4-FFF2-40B4-BE49-F238E27FC236}">
                <a16:creationId xmlns:a16="http://schemas.microsoft.com/office/drawing/2014/main" id="{BBD667AF-646A-4DCC-99E4-6B8525D0EFED}"/>
              </a:ext>
            </a:extLst>
          </p:cNvPr>
          <p:cNvPicPr>
            <a:picLocks noGrp="1" noChangeAspect="1"/>
          </p:cNvPicPr>
          <p:nvPr>
            <p:ph idx="1"/>
          </p:nvPr>
        </p:nvPicPr>
        <p:blipFill rotWithShape="1">
          <a:blip r:embed="rId4" cstate="hqprint">
            <a:extLst>
              <a:ext uri="{28A0092B-C50C-407E-A947-70E740481C1C}">
                <a14:useLocalDpi xmlns:a14="http://schemas.microsoft.com/office/drawing/2010/main"/>
              </a:ext>
            </a:extLst>
          </a:blip>
          <a:srcRect/>
          <a:stretch/>
        </p:blipFill>
        <p:spPr>
          <a:xfrm>
            <a:off x="5486014" y="3745001"/>
            <a:ext cx="3662829" cy="2624546"/>
          </a:xfrm>
          <a:prstGeom prst="rect">
            <a:avLst/>
          </a:prstGeom>
        </p:spPr>
      </p:pic>
    </p:spTree>
    <p:extLst>
      <p:ext uri="{BB962C8B-B14F-4D97-AF65-F5344CB8AC3E}">
        <p14:creationId xmlns:p14="http://schemas.microsoft.com/office/powerpoint/2010/main" val="584627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E02A21C-D07E-4DF1-BA44-DA6DAAB6B7C8}"/>
              </a:ext>
            </a:extLst>
          </p:cNvPr>
          <p:cNvPicPr>
            <a:picLocks noChangeAspect="1"/>
          </p:cNvPicPr>
          <p:nvPr/>
        </p:nvPicPr>
        <p:blipFill>
          <a:blip r:embed="rId2"/>
          <a:stretch>
            <a:fillRect/>
          </a:stretch>
        </p:blipFill>
        <p:spPr>
          <a:xfrm>
            <a:off x="649838" y="2226469"/>
            <a:ext cx="9144000" cy="3367351"/>
          </a:xfrm>
          <a:prstGeom prst="rect">
            <a:avLst/>
          </a:prstGeom>
        </p:spPr>
      </p:pic>
      <p:sp>
        <p:nvSpPr>
          <p:cNvPr id="14" name="Rectangle 13">
            <a:extLst>
              <a:ext uri="{FF2B5EF4-FFF2-40B4-BE49-F238E27FC236}">
                <a16:creationId xmlns:a16="http://schemas.microsoft.com/office/drawing/2014/main" id="{4AFF0EEC-94C5-40DA-95CB-AF04B881F4A9}"/>
              </a:ext>
            </a:extLst>
          </p:cNvPr>
          <p:cNvSpPr/>
          <p:nvPr/>
        </p:nvSpPr>
        <p:spPr>
          <a:xfrm>
            <a:off x="665020" y="1922113"/>
            <a:ext cx="8971221" cy="42583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a:p>
        </p:txBody>
      </p:sp>
      <p:sp>
        <p:nvSpPr>
          <p:cNvPr id="2" name="Title 1">
            <a:extLst>
              <a:ext uri="{FF2B5EF4-FFF2-40B4-BE49-F238E27FC236}">
                <a16:creationId xmlns:a16="http://schemas.microsoft.com/office/drawing/2014/main" id="{7D5D9F11-17EC-4CC1-9219-C64C2D7D3653}"/>
              </a:ext>
            </a:extLst>
          </p:cNvPr>
          <p:cNvSpPr>
            <a:spLocks noGrp="1"/>
          </p:cNvSpPr>
          <p:nvPr>
            <p:ph type="title"/>
          </p:nvPr>
        </p:nvSpPr>
        <p:spPr>
          <a:xfrm>
            <a:off x="840432" y="274638"/>
            <a:ext cx="7846368" cy="1143000"/>
          </a:xfrm>
        </p:spPr>
        <p:txBody>
          <a:bodyPr/>
          <a:lstStyle/>
          <a:p>
            <a:r>
              <a:rPr lang="en-CA" dirty="0"/>
              <a:t>Code structure - and beauty </a:t>
            </a:r>
            <a:r>
              <a:rPr lang="en-CA" dirty="0">
                <a:sym typeface="Wingdings" panose="05000000000000000000" pitchFamily="2" charset="2"/>
              </a:rPr>
              <a:t></a:t>
            </a:r>
            <a:endParaRPr lang="en-CA" dirty="0"/>
          </a:p>
        </p:txBody>
      </p:sp>
      <p:pic>
        <p:nvPicPr>
          <p:cNvPr id="11" name="Picture 10">
            <a:extLst>
              <a:ext uri="{FF2B5EF4-FFF2-40B4-BE49-F238E27FC236}">
                <a16:creationId xmlns:a16="http://schemas.microsoft.com/office/drawing/2014/main" id="{60272532-89F8-47DD-98D9-11D16413B164}"/>
              </a:ext>
            </a:extLst>
          </p:cNvPr>
          <p:cNvPicPr>
            <a:picLocks noChangeAspect="1"/>
          </p:cNvPicPr>
          <p:nvPr/>
        </p:nvPicPr>
        <p:blipFill>
          <a:blip r:embed="rId3"/>
          <a:stretch>
            <a:fillRect/>
          </a:stretch>
        </p:blipFill>
        <p:spPr>
          <a:xfrm>
            <a:off x="703806" y="1922114"/>
            <a:ext cx="6783159" cy="4172302"/>
          </a:xfrm>
          <a:prstGeom prst="rect">
            <a:avLst/>
          </a:prstGeom>
        </p:spPr>
      </p:pic>
      <p:sp>
        <p:nvSpPr>
          <p:cNvPr id="16" name="Rectangle 15">
            <a:extLst>
              <a:ext uri="{FF2B5EF4-FFF2-40B4-BE49-F238E27FC236}">
                <a16:creationId xmlns:a16="http://schemas.microsoft.com/office/drawing/2014/main" id="{0CF36BD8-5D6E-4854-82E6-D035161651A6}"/>
              </a:ext>
            </a:extLst>
          </p:cNvPr>
          <p:cNvSpPr/>
          <p:nvPr/>
        </p:nvSpPr>
        <p:spPr>
          <a:xfrm>
            <a:off x="665021" y="1894263"/>
            <a:ext cx="8971221" cy="42583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a:p>
        </p:txBody>
      </p:sp>
      <p:sp>
        <p:nvSpPr>
          <p:cNvPr id="3" name="Content Placeholder 2">
            <a:extLst>
              <a:ext uri="{FF2B5EF4-FFF2-40B4-BE49-F238E27FC236}">
                <a16:creationId xmlns:a16="http://schemas.microsoft.com/office/drawing/2014/main" id="{06EAF96A-17F6-4E33-91D9-4102B3023DC1}"/>
              </a:ext>
            </a:extLst>
          </p:cNvPr>
          <p:cNvSpPr>
            <a:spLocks noGrp="1"/>
          </p:cNvSpPr>
          <p:nvPr>
            <p:ph idx="1"/>
          </p:nvPr>
        </p:nvSpPr>
        <p:spPr/>
        <p:txBody>
          <a:bodyPr/>
          <a:lstStyle/>
          <a:p>
            <a:r>
              <a:rPr lang="en-CA" dirty="0"/>
              <a:t>R Package styler</a:t>
            </a:r>
          </a:p>
        </p:txBody>
      </p:sp>
      <p:pic>
        <p:nvPicPr>
          <p:cNvPr id="2050" name="Picture 2">
            <a:extLst>
              <a:ext uri="{FF2B5EF4-FFF2-40B4-BE49-F238E27FC236}">
                <a16:creationId xmlns:a16="http://schemas.microsoft.com/office/drawing/2014/main" id="{29997C93-A795-45C8-81B4-4FCBCA98F7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0298" y="2818210"/>
            <a:ext cx="4657725" cy="2671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892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9A446-67E2-4648-B110-D37B3467A9A3}"/>
              </a:ext>
            </a:extLst>
          </p:cNvPr>
          <p:cNvSpPr>
            <a:spLocks noGrp="1"/>
          </p:cNvSpPr>
          <p:nvPr>
            <p:ph type="title"/>
          </p:nvPr>
        </p:nvSpPr>
        <p:spPr/>
        <p:txBody>
          <a:bodyPr/>
          <a:lstStyle/>
          <a:p>
            <a:r>
              <a:rPr lang="en-CA" dirty="0" err="1"/>
              <a:t>Darthpack</a:t>
            </a:r>
            <a:r>
              <a:rPr lang="en-CA" dirty="0"/>
              <a:t> R Package</a:t>
            </a:r>
          </a:p>
        </p:txBody>
      </p:sp>
      <p:pic>
        <p:nvPicPr>
          <p:cNvPr id="5" name="Picture 4">
            <a:extLst>
              <a:ext uri="{FF2B5EF4-FFF2-40B4-BE49-F238E27FC236}">
                <a16:creationId xmlns:a16="http://schemas.microsoft.com/office/drawing/2014/main" id="{9A18E45F-F578-415F-91E0-D06603147CA3}"/>
              </a:ext>
            </a:extLst>
          </p:cNvPr>
          <p:cNvPicPr>
            <a:picLocks noChangeAspect="1"/>
          </p:cNvPicPr>
          <p:nvPr/>
        </p:nvPicPr>
        <p:blipFill rotWithShape="1">
          <a:blip r:embed="rId2"/>
          <a:srcRect l="-326" t="39535" r="326"/>
          <a:stretch/>
        </p:blipFill>
        <p:spPr>
          <a:xfrm>
            <a:off x="683568" y="1417638"/>
            <a:ext cx="7346988" cy="3110024"/>
          </a:xfrm>
          <a:prstGeom prst="rect">
            <a:avLst/>
          </a:prstGeom>
        </p:spPr>
      </p:pic>
    </p:spTree>
    <p:extLst>
      <p:ext uri="{BB962C8B-B14F-4D97-AF65-F5344CB8AC3E}">
        <p14:creationId xmlns:p14="http://schemas.microsoft.com/office/powerpoint/2010/main" val="3428501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6F6CFCF5-3E37-0F40-BEC2-1413134B0080}" type="slidenum">
              <a:rPr lang="en-US" smtClean="0"/>
              <a:t>9</a:t>
            </a:fld>
            <a:endParaRPr lang="en-US"/>
          </a:p>
        </p:txBody>
      </p:sp>
    </p:spTree>
    <p:extLst>
      <p:ext uri="{BB962C8B-B14F-4D97-AF65-F5344CB8AC3E}">
        <p14:creationId xmlns:p14="http://schemas.microsoft.com/office/powerpoint/2010/main" val="1236097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30"/>
        <p:cNvGrpSpPr/>
        <p:nvPr/>
      </p:nvGrpSpPr>
      <p:grpSpPr>
        <a:xfrm>
          <a:off x="0" y="0"/>
          <a:ext cx="0" cy="0"/>
          <a:chOff x="0" y="0"/>
          <a:chExt cx="0" cy="0"/>
        </a:xfrm>
      </p:grpSpPr>
      <p:sp>
        <p:nvSpPr>
          <p:cNvPr id="2031" name="Google Shape;2031;p128"/>
          <p:cNvSpPr txBox="1">
            <a:spLocks noGrp="1"/>
          </p:cNvSpPr>
          <p:nvPr>
            <p:ph type="ftr" idx="11"/>
          </p:nvPr>
        </p:nvSpPr>
        <p:spPr>
          <a:xfrm>
            <a:off x="649288" y="6481911"/>
            <a:ext cx="4786808" cy="37458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nl-NL" sz="1200">
                <a:solidFill>
                  <a:schemeClr val="lt1"/>
                </a:solidFill>
                <a:latin typeface="Verdana"/>
                <a:ea typeface="Verdana"/>
                <a:cs typeface="Verdana"/>
                <a:sym typeface="Verdana"/>
              </a:rPr>
              <a:t>Decision Analysis in R for Technologies in Health</a:t>
            </a:r>
            <a:endParaRPr sz="1200">
              <a:solidFill>
                <a:schemeClr val="lt1"/>
              </a:solidFill>
              <a:latin typeface="Verdana"/>
              <a:ea typeface="Verdana"/>
              <a:cs typeface="Verdana"/>
              <a:sym typeface="Verdana"/>
            </a:endParaRPr>
          </a:p>
        </p:txBody>
      </p:sp>
      <p:sp>
        <p:nvSpPr>
          <p:cNvPr id="2032" name="Google Shape;2032;p128"/>
          <p:cNvSpPr>
            <a:spLocks noGrp="1"/>
          </p:cNvSpPr>
          <p:nvPr>
            <p:ph type="sldNum" idx="12"/>
          </p:nvPr>
        </p:nvSpPr>
        <p:spPr>
          <a:xfrm>
            <a:off x="8559864" y="6453336"/>
            <a:ext cx="548640" cy="396240"/>
          </a:xfrm>
          <a:prstGeom prst="bracketPair">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nl-NL"/>
              <a:t>10</a:t>
            </a:fld>
            <a:endParaRPr/>
          </a:p>
        </p:txBody>
      </p:sp>
    </p:spTree>
    <p:extLst>
      <p:ext uri="{BB962C8B-B14F-4D97-AF65-F5344CB8AC3E}">
        <p14:creationId xmlns:p14="http://schemas.microsoft.com/office/powerpoint/2010/main" val="22322632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DARTH">
  <a:themeElements>
    <a:clrScheme name="DARTH">
      <a:dk1>
        <a:sysClr val="windowText" lastClr="000000"/>
      </a:dk1>
      <a:lt1>
        <a:sysClr val="window" lastClr="FFFFFF"/>
      </a:lt1>
      <a:dk2>
        <a:srgbClr val="696367"/>
      </a:dk2>
      <a:lt2>
        <a:srgbClr val="D9CFC5"/>
      </a:lt2>
      <a:accent1>
        <a:srgbClr val="009999"/>
      </a:accent1>
      <a:accent2>
        <a:srgbClr val="64B636"/>
      </a:accent2>
      <a:accent3>
        <a:srgbClr val="004D99"/>
      </a:accent3>
      <a:accent4>
        <a:srgbClr val="378369"/>
      </a:accent4>
      <a:accent5>
        <a:srgbClr val="F7730B"/>
      </a:accent5>
      <a:accent6>
        <a:srgbClr val="C19859"/>
      </a:accent6>
      <a:hlink>
        <a:srgbClr val="6B9F25"/>
      </a:hlink>
      <a:folHlink>
        <a:srgbClr val="FDAD1E"/>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ThemeDARTH" id="{9AAB4819-0B17-CB4D-852A-5F76AF0F5A64}" vid="{72784F96-721B-7543-B42D-15A68327EA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DARTH">
    <a:dk1>
      <a:sysClr val="windowText" lastClr="000000"/>
    </a:dk1>
    <a:lt1>
      <a:sysClr val="window" lastClr="FFFFFF"/>
    </a:lt1>
    <a:dk2>
      <a:srgbClr val="696367"/>
    </a:dk2>
    <a:lt2>
      <a:srgbClr val="D9CFC5"/>
    </a:lt2>
    <a:accent1>
      <a:srgbClr val="009999"/>
    </a:accent1>
    <a:accent2>
      <a:srgbClr val="64B636"/>
    </a:accent2>
    <a:accent3>
      <a:srgbClr val="004D99"/>
    </a:accent3>
    <a:accent4>
      <a:srgbClr val="378369"/>
    </a:accent4>
    <a:accent5>
      <a:srgbClr val="F7730B"/>
    </a:accent5>
    <a:accent6>
      <a:srgbClr val="C19859"/>
    </a:accent6>
    <a:hlink>
      <a:srgbClr val="6B9F25"/>
    </a:hlink>
    <a:folHlink>
      <a:srgbClr val="FDAD1E"/>
    </a:folHlink>
  </a:clrScheme>
</a:themeOverride>
</file>

<file path=docProps/app.xml><?xml version="1.0" encoding="utf-8"?>
<Properties xmlns="http://schemas.openxmlformats.org/officeDocument/2006/extended-properties" xmlns:vt="http://schemas.openxmlformats.org/officeDocument/2006/docPropsVTypes">
  <Template/>
  <TotalTime>5901</TotalTime>
  <Words>68</Words>
  <Application>Microsoft Macintosh PowerPoint</Application>
  <PresentationFormat>On-screen Show (4:3)</PresentationFormat>
  <Paragraphs>20</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Verdana</vt:lpstr>
      <vt:lpstr>Wingdings</vt:lpstr>
      <vt:lpstr>ThemeDARTH</vt:lpstr>
      <vt:lpstr>Naming Variables in R </vt:lpstr>
      <vt:lpstr>Resources for today’s talk</vt:lpstr>
      <vt:lpstr>Overview</vt:lpstr>
      <vt:lpstr>Model Structure</vt:lpstr>
      <vt:lpstr>Files structure</vt:lpstr>
      <vt:lpstr>Variable names structure</vt:lpstr>
      <vt:lpstr>Code structure - and beauty </vt:lpstr>
      <vt:lpstr>Darthpack R Package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Cost-effectiveness and Decision Modeling</dc:title>
  <dc:creator>Eva Enns</dc:creator>
  <cp:lastModifiedBy>Eline Krijkamp</cp:lastModifiedBy>
  <cp:revision>109</cp:revision>
  <dcterms:created xsi:type="dcterms:W3CDTF">2018-07-06T17:43:18Z</dcterms:created>
  <dcterms:modified xsi:type="dcterms:W3CDTF">2025-08-26T14:21:35Z</dcterms:modified>
</cp:coreProperties>
</file>